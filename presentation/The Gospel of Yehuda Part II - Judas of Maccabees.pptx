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Montserrat"/>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b3446c2f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b3446c2f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a5d3aaa1d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a5d3aaa1d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a5d3aaa1d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a5d3aaa1d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a60f64235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a60f64235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a60f64235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a60f64235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a60f64235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a60f64235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a60f64235d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a60f64235d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a60f64235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a60f64235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b1e67efb6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b1e67efb6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b1e67efb6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b1e67efb6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b1e67efb6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b1e67efb6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b1e67efb6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b1e67efb6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Gospel of Judas</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Maccabean revolt that led to Yehuda/Yeshua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STOP BUYING FROM COMPANIES FUNDED BY THE BIG THREE!</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VANGUARD</a:t>
            </a:r>
            <a:br>
              <a:rPr lang="en"/>
            </a:br>
            <a:br>
              <a:rPr lang="en"/>
            </a:br>
            <a:r>
              <a:rPr lang="en"/>
              <a:t>BLACKROCK</a:t>
            </a:r>
            <a:br>
              <a:rPr lang="en"/>
            </a:br>
            <a:br>
              <a:rPr lang="en"/>
            </a:br>
            <a:r>
              <a:rPr lang="en"/>
              <a:t>STATE STREET</a:t>
            </a:r>
            <a:br>
              <a:rPr lang="en"/>
            </a:br>
            <a:br>
              <a:rPr lang="en"/>
            </a:br>
            <a:r>
              <a:rPr lang="en"/>
              <a:t>ALL OF THEM ARE PUSHING ESG AND DEI AGENDAS!</a:t>
            </a:r>
            <a:br>
              <a:rPr lang="en"/>
            </a:br>
            <a:br>
              <a:rPr lang="en"/>
            </a:br>
            <a:r>
              <a:rPr lang="en"/>
              <a:t>THESE WILL PUSH US TO CLIMATE COMMUNISM!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added feast, the feast of dedication</a:t>
            </a:r>
            <a:endParaRPr/>
          </a:p>
        </p:txBody>
      </p:sp>
      <p:sp>
        <p:nvSpPr>
          <p:cNvPr id="147" name="Google Shape;147;p15"/>
          <p:cNvSpPr txBox="1"/>
          <p:nvPr>
            <p:ph idx="1" type="body"/>
          </p:nvPr>
        </p:nvSpPr>
        <p:spPr>
          <a:xfrm>
            <a:off x="1297500" y="894225"/>
            <a:ext cx="7038900" cy="358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order to understand the New Testament, we have to understand the prelude. The book written in 100 BC about the events of the Greek attempt to crush the Jewish people. </a:t>
            </a:r>
            <a:endParaRPr/>
          </a:p>
          <a:p>
            <a:pPr indent="0" lvl="0" marL="457200" rtl="0" algn="l">
              <a:spcBef>
                <a:spcPts val="1200"/>
              </a:spcBef>
              <a:spcAft>
                <a:spcPts val="0"/>
              </a:spcAft>
              <a:buNone/>
            </a:pPr>
            <a:r>
              <a:rPr lang="en"/>
              <a:t>1 Mac 1:11 In those days there appeared in Israel </a:t>
            </a:r>
            <a:r>
              <a:rPr b="1" i="1" lang="en" u="sng"/>
              <a:t>transgressors of the law</a:t>
            </a:r>
            <a:r>
              <a:rPr lang="en"/>
              <a:t> who seduced many, saying: “Let us go and make a covenant with the Gentiles all around us; since we separated from them, many evils have come upon us.”  The proposal was agreeable;  some from among the people promptly went to the king, and he authorized them to introduce the ordinances of the Gentiles.  Thereupon they built a gymnasium* in Jerusalem according to the Gentile custom.</a:t>
            </a:r>
            <a:endParaRPr/>
          </a:p>
          <a:p>
            <a:pPr indent="0" lvl="0" marL="457200" rtl="0" algn="l">
              <a:spcBef>
                <a:spcPts val="1200"/>
              </a:spcBef>
              <a:spcAft>
                <a:spcPts val="1200"/>
              </a:spcAft>
              <a:buNone/>
            </a:pPr>
            <a:r>
              <a:rPr lang="en"/>
              <a:t> </a:t>
            </a:r>
            <a:r>
              <a:rPr b="1" lang="en"/>
              <a:t>They disguised their circumcision and abandoned the holy covenant</a:t>
            </a:r>
            <a:r>
              <a:rPr lang="en"/>
              <a:t>; </a:t>
            </a:r>
            <a:r>
              <a:rPr b="1" lang="en"/>
              <a:t>they allied themselves with the Gentiles and sold themselves to wrongdoing</a:t>
            </a: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seed of Herod</a:t>
            </a:r>
            <a:endParaRPr/>
          </a:p>
        </p:txBody>
      </p:sp>
      <p:sp>
        <p:nvSpPr>
          <p:cNvPr id="153" name="Google Shape;153;p16"/>
          <p:cNvSpPr txBox="1"/>
          <p:nvPr>
            <p:ph idx="1" type="body"/>
          </p:nvPr>
        </p:nvSpPr>
        <p:spPr>
          <a:xfrm>
            <a:off x="1297500" y="970475"/>
            <a:ext cx="7038900" cy="3508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Now of course Paul is the king of being anti Torah and anti Circumcision, and allying himself with the anti-Torah Greeks.</a:t>
            </a:r>
            <a:endParaRPr/>
          </a:p>
          <a:p>
            <a:pPr indent="0" lvl="0" marL="457200" rtl="0" algn="l">
              <a:spcBef>
                <a:spcPts val="1200"/>
              </a:spcBef>
              <a:spcAft>
                <a:spcPts val="0"/>
              </a:spcAft>
              <a:buNone/>
            </a:pPr>
            <a:r>
              <a:rPr lang="en"/>
              <a:t>[1Co 7:19 LSB] </a:t>
            </a:r>
            <a:r>
              <a:rPr b="1" lang="en"/>
              <a:t>Circumcision is nothing</a:t>
            </a:r>
            <a:r>
              <a:rPr lang="en"/>
              <a:t>, </a:t>
            </a:r>
            <a:r>
              <a:rPr b="1" lang="en"/>
              <a:t>and uncircumcision is nothing</a:t>
            </a:r>
            <a:r>
              <a:rPr lang="en"/>
              <a:t>, but [what matters is] the keeping of the commandments of God.</a:t>
            </a:r>
            <a:endParaRPr/>
          </a:p>
          <a:p>
            <a:pPr indent="0" lvl="0" marL="457200" rtl="0" algn="l">
              <a:spcBef>
                <a:spcPts val="1200"/>
              </a:spcBef>
              <a:spcAft>
                <a:spcPts val="0"/>
              </a:spcAft>
              <a:buNone/>
            </a:pPr>
            <a:r>
              <a:rPr lang="en"/>
              <a:t>[2Co 3:7 LSB] But if the ministry of death, </a:t>
            </a:r>
            <a:r>
              <a:rPr b="1" i="1" lang="en" u="sng"/>
              <a:t>in letters having been engraved on stones</a:t>
            </a:r>
            <a:r>
              <a:rPr lang="en"/>
              <a:t>, came with glory, so that the sons of Israel could not look intently at the face of Moses because of the glory of his face, which was being brought to an end,</a:t>
            </a:r>
            <a:endParaRPr/>
          </a:p>
          <a:p>
            <a:pPr indent="0" lvl="0" marL="0" rtl="0" algn="l">
              <a:spcBef>
                <a:spcPts val="1200"/>
              </a:spcBef>
              <a:spcAft>
                <a:spcPts val="0"/>
              </a:spcAft>
              <a:buNone/>
            </a:pPr>
            <a:r>
              <a:rPr lang="en"/>
              <a:t>Paul preached the Gospel of Antiochus of Epiphanies. Now it goes without saying that Greeks certainly could make covenant with Yahweh - but the way the Pauline Gospel goes about that is a mockery of Yahweh, and his people.</a:t>
            </a:r>
            <a:endParaRPr/>
          </a:p>
          <a:p>
            <a:pPr indent="0" lvl="0" marL="0" rtl="0" algn="l">
              <a:spcBef>
                <a:spcPts val="1200"/>
              </a:spcBef>
              <a:spcAft>
                <a:spcPts val="0"/>
              </a:spcAft>
              <a:buNone/>
            </a:pPr>
            <a:r>
              <a:rPr lang="en"/>
              <a:t>Who better to preach the Gospel of Antiochus than the descendent of the one who handed Rome the keys to the kingdom?</a:t>
            </a:r>
            <a:endParaRPr/>
          </a:p>
          <a:p>
            <a:pPr indent="0" lvl="0" marL="457200" rtl="0" algn="l">
              <a:spcBef>
                <a:spcPts val="1200"/>
              </a:spcBef>
              <a:spcAft>
                <a:spcPts val="1200"/>
              </a:spcAft>
              <a:buNone/>
            </a:pPr>
            <a:r>
              <a:rPr lang="en"/>
              <a:t>[Rom 16:11 LSB] Greet </a:t>
            </a:r>
            <a:r>
              <a:rPr lang="en" u="sng"/>
              <a:t>Herodion</a:t>
            </a:r>
            <a:r>
              <a:rPr lang="en"/>
              <a:t>, my kinsman. </a:t>
            </a:r>
            <a:r>
              <a:rPr b="1" lang="en"/>
              <a:t>Greet those of the [household] of </a:t>
            </a:r>
            <a:r>
              <a:rPr b="1" lang="en" u="sng"/>
              <a:t>Narcissus</a:t>
            </a:r>
            <a:r>
              <a:rPr lang="en"/>
              <a:t>, who are in the Lord.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11647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start of the additions to the Torah</a:t>
            </a:r>
            <a:endParaRPr/>
          </a:p>
        </p:txBody>
      </p:sp>
      <p:sp>
        <p:nvSpPr>
          <p:cNvPr id="159" name="Google Shape;159;p17"/>
          <p:cNvSpPr txBox="1"/>
          <p:nvPr>
            <p:ph idx="1" type="body"/>
          </p:nvPr>
        </p:nvSpPr>
        <p:spPr>
          <a:xfrm>
            <a:off x="1297500" y="720925"/>
            <a:ext cx="7038900" cy="3757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Now a lot could be said </a:t>
            </a:r>
            <a:r>
              <a:rPr lang="en"/>
              <a:t>about</a:t>
            </a:r>
            <a:r>
              <a:rPr lang="en"/>
              <a:t> that last verse, with Paul being a kinsman of the Herodian family, and of the nod to the Greek god </a:t>
            </a:r>
            <a:r>
              <a:rPr lang="en" u="sng"/>
              <a:t>Narcissus</a:t>
            </a:r>
            <a:r>
              <a:rPr lang="en"/>
              <a:t> and everything that entails. But I first want to build up more history, and we need to understand what led to the rebellion of Yehudah of Galilee and the zealot Essene/Ebionite movement that Paul stole and pushed human sacrifice from.</a:t>
            </a:r>
            <a:endParaRPr/>
          </a:p>
          <a:p>
            <a:pPr indent="0" lvl="0" marL="457200" rtl="0" algn="l">
              <a:spcBef>
                <a:spcPts val="1200"/>
              </a:spcBef>
              <a:spcAft>
                <a:spcPts val="0"/>
              </a:spcAft>
              <a:buNone/>
            </a:pPr>
            <a:r>
              <a:rPr lang="en"/>
              <a:t>1 Mac chapter 4:36-61</a:t>
            </a:r>
            <a:br>
              <a:rPr lang="en"/>
            </a:br>
            <a:r>
              <a:rPr b="1" lang="en"/>
              <a:t>Purification and Rededication of the Temple.</a:t>
            </a:r>
            <a:endParaRPr b="1"/>
          </a:p>
          <a:p>
            <a:pPr indent="0" lvl="0" marL="457200" rtl="0" algn="l">
              <a:spcBef>
                <a:spcPts val="1200"/>
              </a:spcBef>
              <a:spcAft>
                <a:spcPts val="0"/>
              </a:spcAft>
              <a:buNone/>
            </a:pPr>
            <a:r>
              <a:rPr lang="en"/>
              <a:t>Then Judas and his brothers said, “Now that our enemies have been crushed, l</a:t>
            </a:r>
            <a:r>
              <a:rPr b="1" lang="en"/>
              <a:t>et us go up to purify the sanctuary and rededicate it.</a:t>
            </a:r>
            <a:r>
              <a:rPr lang="en"/>
              <a:t>” So the whole army assembled, and went up to Mount Zion. They found the sanctuary desolate, the altar desecrated, the gates burnt, weeds growing in the courts as in a thicket or on some mountain, and the priests’ chambers demolished. Then they tore their garments and made great lamentation; they sprinkled their heads with ashes and prostrated themselves. And when the signal was given with trumpets, they cried out to Heaven. Judas appointed men to attack those in the citadel, while he purified the sanctuary. </a:t>
            </a:r>
            <a:r>
              <a:rPr b="1" lang="en"/>
              <a:t>He chose blameless priests, devoted to the law</a:t>
            </a:r>
            <a:r>
              <a:rPr lang="en"/>
              <a:t>; these purified the sanctuary and carried away the stones of the defilement to an unclean place. </a:t>
            </a:r>
            <a:r>
              <a:rPr b="1" lang="en"/>
              <a:t>They deliberated what ought to be done with the altar for burnt offerings that had been desecrated.</a:t>
            </a:r>
            <a:endParaRPr b="1"/>
          </a:p>
          <a:p>
            <a:pPr indent="0" lvl="0" marL="0" rtl="0" algn="l">
              <a:spcBef>
                <a:spcPts val="1200"/>
              </a:spcBef>
              <a:spcAft>
                <a:spcPts val="1200"/>
              </a:spcAft>
              <a:buNone/>
            </a:pPr>
            <a:r>
              <a:rPr lang="en"/>
              <a:t>This is an important gap before we continue with the history of the Maccabees…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temple purification</a:t>
            </a:r>
            <a:endParaRPr/>
          </a:p>
        </p:txBody>
      </p:sp>
      <p:sp>
        <p:nvSpPr>
          <p:cNvPr id="165" name="Google Shape;165;p18"/>
          <p:cNvSpPr txBox="1"/>
          <p:nvPr>
            <p:ph idx="1" type="body"/>
          </p:nvPr>
        </p:nvSpPr>
        <p:spPr>
          <a:xfrm>
            <a:off x="1297500" y="998200"/>
            <a:ext cx="7038900" cy="34806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t>[Jhn 2:13-16 LSB] And the Passover of the Jews was near, and Jesus went up to Jerusalem.  And He found in the temple those who were selling oxen and sheep and doves, and the money changers seated [at their tables].  And He made a scourge of cords, and drove [them] all out of the temple, with the sheep and the oxen; and He poured out the coins of the money changers and overturned their tables;  and to those who were selling the doves He said, "Take these things away; stop making My Father's house a place of business."</a:t>
            </a:r>
            <a:endParaRPr/>
          </a:p>
          <a:p>
            <a:pPr indent="0" lvl="0" marL="0" rtl="0" algn="l">
              <a:spcBef>
                <a:spcPts val="1200"/>
              </a:spcBef>
              <a:spcAft>
                <a:spcPts val="0"/>
              </a:spcAft>
              <a:buNone/>
            </a:pPr>
            <a:r>
              <a:rPr lang="en"/>
              <a:t>John puts the purification as the first event, the synoptics as the last event. I tend to </a:t>
            </a:r>
            <a:r>
              <a:rPr lang="en"/>
              <a:t>believe</a:t>
            </a:r>
            <a:r>
              <a:rPr lang="en"/>
              <a:t> the synoptics over the Gospel of John for reasons I’ve discussed numerous times. But I do believe this event is </a:t>
            </a:r>
            <a:r>
              <a:rPr i="1" lang="en"/>
              <a:t>based on</a:t>
            </a:r>
            <a:r>
              <a:rPr lang="en"/>
              <a:t> something that actually happened. If it happened as described in all four gospels, it’s a violation of Torah. Torah permits men to take money to the temple and buy an offering there. BUT if we consider the history of the Maccabees and the hints Luke drops:</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Jews did not call on YHWH</a:t>
            </a:r>
            <a:endParaRPr/>
          </a:p>
        </p:txBody>
      </p:sp>
      <p:sp>
        <p:nvSpPr>
          <p:cNvPr id="171" name="Google Shape;171;p19"/>
          <p:cNvSpPr txBox="1"/>
          <p:nvPr>
            <p:ph idx="1" type="body"/>
          </p:nvPr>
        </p:nvSpPr>
        <p:spPr>
          <a:xfrm>
            <a:off x="1297500" y="977400"/>
            <a:ext cx="7038900" cy="35013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YHWH promises to deliver us if we call on him, the Jews called on Rome to deliver them from Antiochus.</a:t>
            </a:r>
            <a:endParaRPr/>
          </a:p>
          <a:p>
            <a:pPr indent="0" lvl="0" marL="457200" rtl="0" algn="l">
              <a:spcBef>
                <a:spcPts val="1200"/>
              </a:spcBef>
              <a:spcAft>
                <a:spcPts val="0"/>
              </a:spcAft>
              <a:buNone/>
            </a:pPr>
            <a:r>
              <a:rPr lang="en"/>
              <a:t>1 Maccabees 8:17–20</a:t>
            </a:r>
            <a:endParaRPr/>
          </a:p>
          <a:p>
            <a:pPr indent="0" lvl="0" marL="457200" rtl="0" algn="l">
              <a:spcBef>
                <a:spcPts val="1200"/>
              </a:spcBef>
              <a:spcAft>
                <a:spcPts val="0"/>
              </a:spcAft>
              <a:buNone/>
            </a:pPr>
            <a:r>
              <a:rPr lang="en"/>
              <a:t>So Judas chose Eupolemus son of John son of Accos, and Jason son of Eleazar, and sent them to Rome to establish friendship and alliance, and to free themselves from the yoke; for they saw that the kingdom of the Greeks was enslaving Israel completely. </a:t>
            </a:r>
            <a:r>
              <a:rPr b="1" lang="en"/>
              <a:t>They went to Rome</a:t>
            </a:r>
            <a:r>
              <a:rPr lang="en"/>
              <a:t>, a very long journey; and they entered the senate chamber and spoke as follows: ‘Judas, who is also called Maccabeus, and his brothers and the people of the </a:t>
            </a:r>
            <a:r>
              <a:rPr b="1" lang="en"/>
              <a:t>Jews have sent us to you to establish alliance and peace with you</a:t>
            </a:r>
            <a:r>
              <a:rPr lang="en"/>
              <a:t>, so that we may be enrolled as your allies and friends.’</a:t>
            </a:r>
            <a:endParaRPr/>
          </a:p>
          <a:p>
            <a:pPr indent="0" lvl="0" marL="0" rtl="0" algn="l">
              <a:spcBef>
                <a:spcPts val="1200"/>
              </a:spcBef>
              <a:spcAft>
                <a:spcPts val="0"/>
              </a:spcAft>
              <a:buNone/>
            </a:pPr>
            <a:r>
              <a:rPr lang="en"/>
              <a:t>Instead of trusting </a:t>
            </a:r>
            <a:r>
              <a:rPr b="1" lang="en"/>
              <a:t>YHWH ALONE</a:t>
            </a:r>
            <a:r>
              <a:rPr lang="en"/>
              <a:t>, they went to ROME. This is the start of the Christian religion, defending the temple from the Greeks defiling it (which is what Daniel saw the abomination of desolation has already happened) and then handing the keys to the kingdom to ROME. Eventually this led to Rome handing control of the empire over to the Herodian family, which Paul was part of and Paul spread his </a:t>
            </a:r>
            <a:r>
              <a:rPr lang="en"/>
              <a:t>version of the “Gospel” which is </a:t>
            </a:r>
            <a:r>
              <a:rPr b="1" lang="en"/>
              <a:t>lawless</a:t>
            </a:r>
            <a:r>
              <a:rPr lang="en"/>
              <a:t> at it’s very core, and an abomination through and through to the whole of the known world. </a:t>
            </a:r>
            <a:endParaRPr/>
          </a:p>
          <a:p>
            <a:pPr indent="0" lvl="0" marL="0" rtl="0" algn="l">
              <a:spcBef>
                <a:spcPts val="1200"/>
              </a:spcBef>
              <a:spcAft>
                <a:spcPts val="0"/>
              </a:spcAft>
              <a:buNone/>
            </a:pPr>
            <a:r>
              <a:rPr lang="en"/>
              <a:t>Today we have the same problem - instead of trusting YHWH, ABBA father God alone - you have been deceived that you need to put your faith in the “Messiah” in the “Son of God” and it doesn’t matter if you believe he’s God or only the Son. You have still been deceived. We are to trust Father Yah </a:t>
            </a:r>
            <a:r>
              <a:rPr b="1" i="1" lang="en"/>
              <a:t>alone.</a:t>
            </a:r>
            <a:endParaRPr b="1" i="1"/>
          </a:p>
          <a:p>
            <a:pPr indent="0" lvl="0" marL="457200" rtl="0" algn="l">
              <a:spcBef>
                <a:spcPts val="1200"/>
              </a:spcBef>
              <a:spcAft>
                <a:spcPts val="0"/>
              </a:spcAft>
              <a:buNone/>
            </a:pPr>
            <a:r>
              <a:rPr lang="en"/>
              <a:t>[Luk 13:1 LSB] Now at that same time there were some present who were reporting to Him about the Galileans whose blood </a:t>
            </a:r>
            <a:r>
              <a:rPr b="1" lang="en"/>
              <a:t>Pilate had mixed with their sacrifices</a:t>
            </a:r>
            <a:r>
              <a:rPr lang="en"/>
              <a:t>.</a:t>
            </a:r>
            <a:endParaRPr/>
          </a:p>
          <a:p>
            <a:pPr indent="0" lvl="0" marL="0" rtl="0" algn="l">
              <a:spcBef>
                <a:spcPts val="1200"/>
              </a:spcBef>
              <a:spcAft>
                <a:spcPts val="1200"/>
              </a:spcAft>
              <a:buNone/>
            </a:pPr>
            <a:r>
              <a:rPr lang="en"/>
              <a:t>If we consider that the purification was done to deal with this act by Pilate - it suddenly becomes a very different affair. It wasn’t just people that Pilate was putting on the altar, defiling it with human sacrifice. It would have been pigs, just like Antiochus of Epiphanies.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88950"/>
            <a:ext cx="7038900" cy="49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Maccabees 4 continued</a:t>
            </a:r>
            <a:endParaRPr/>
          </a:p>
        </p:txBody>
      </p:sp>
      <p:sp>
        <p:nvSpPr>
          <p:cNvPr id="177" name="Google Shape;177;p20"/>
          <p:cNvSpPr txBox="1"/>
          <p:nvPr>
            <p:ph idx="1" type="body"/>
          </p:nvPr>
        </p:nvSpPr>
        <p:spPr>
          <a:xfrm>
            <a:off x="1297500" y="644675"/>
            <a:ext cx="7038900" cy="38340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b="1" lang="en"/>
              <a:t>They decided it best to tear it down</a:t>
            </a:r>
            <a:r>
              <a:rPr lang="en"/>
              <a:t>, lest it be a </a:t>
            </a:r>
            <a:r>
              <a:rPr b="1" lang="en"/>
              <a:t>lasting shame to them that the Gentiles had defiled it</a:t>
            </a:r>
            <a:r>
              <a:rPr lang="en"/>
              <a:t>; so they tore down the altar. They stored the stones in a suitable place on the temple mount, until the coming of a prophet who could determine what to do with them. </a:t>
            </a:r>
            <a:r>
              <a:rPr b="1" lang="en"/>
              <a:t>Then they took uncut stones, according to the law, and built a new altar like the former one.</a:t>
            </a:r>
            <a:r>
              <a:rPr lang="en"/>
              <a:t> They also repaired the sanctuary and the interior of the temple and consecrated the courts. They made new sacred vessels and brought the lampstand, the altar of incense, and the table into the temple. Then they burned incense on the altar and lighted the lamps on the lampstand, and these illuminated the temple. They also put loaves on the table and hung up the curtains. Thus they finished all the work they had undertaken. They rose early on the morning of the twenty-fifth day of the ninth month, that is, the month of Kislev, in the year one hundred and forty-eight, and offered sacrifice according to the law on the new altar for burnt offerings that they had made. </a:t>
            </a:r>
            <a:r>
              <a:rPr b="1" lang="en"/>
              <a:t>On the anniversary of the day on which the Gentiles had desecrated it, on that very day it was rededicated with songs, harps, lyres, and cymbals.</a:t>
            </a:r>
            <a:r>
              <a:rPr lang="en"/>
              <a:t> All the people prostrated themselves and adored and praised Heaven, who had given them success. </a:t>
            </a:r>
            <a:r>
              <a:rPr b="1" lang="en"/>
              <a:t>For eight days they celebrated the dedication of the altar</a:t>
            </a:r>
            <a:r>
              <a:rPr lang="en"/>
              <a:t> and joyfully offered burnt offerings and sacrifices of deliverance and praise. They ornamented the facade of the temple with gold crowns and shields; they repaired the gates and the priests’ chambers and furnished them with doors. </a:t>
            </a:r>
            <a:r>
              <a:rPr b="1" lang="en"/>
              <a:t>There was great joy among the people now that the disgrace brought by the Gentiles was removed.</a:t>
            </a:r>
            <a:r>
              <a:rPr lang="en"/>
              <a:t> Then Judas and his brothers and the entire assembly of Israel decreed that every year for eight days, from the twenty-fifth day of the month Kislev, the days of the dedication of the altar should be observed with joy and gladness on the anniversary. At that time they built high walls and strong towers around Mount Zion, to prevent the Gentiles from coming and trampling it as they had done before. Judas also placed a garrison there to protect it, and likewise fortified Beth-zur, that the people might have a stronghold facing Idumea.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Christianity accomplished what Antiochus could not</a:t>
            </a:r>
            <a:endParaRPr/>
          </a:p>
        </p:txBody>
      </p:sp>
      <p:sp>
        <p:nvSpPr>
          <p:cNvPr id="183" name="Google Shape;183;p21"/>
          <p:cNvSpPr txBox="1"/>
          <p:nvPr>
            <p:ph idx="1" type="body"/>
          </p:nvPr>
        </p:nvSpPr>
        <p:spPr>
          <a:xfrm>
            <a:off x="1297500" y="1164575"/>
            <a:ext cx="7038900" cy="37986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It’s incredibly interesting to me, that Christianity accomplished what the Greeks could not. They defiled the temple, and this is why IMO Yahweh destroyed the temple. These </a:t>
            </a:r>
            <a:r>
              <a:rPr lang="en"/>
              <a:t>prophecies</a:t>
            </a:r>
            <a:r>
              <a:rPr lang="en"/>
              <a:t> still exist in the Gospels as truth </a:t>
            </a:r>
            <a:r>
              <a:rPr lang="en"/>
              <a:t>hidden</a:t>
            </a:r>
            <a:r>
              <a:rPr lang="en"/>
              <a:t> in plain sight.</a:t>
            </a:r>
            <a:endParaRPr/>
          </a:p>
          <a:p>
            <a:pPr indent="0" lvl="0" marL="0" rtl="0" algn="l">
              <a:spcBef>
                <a:spcPts val="1200"/>
              </a:spcBef>
              <a:spcAft>
                <a:spcPts val="0"/>
              </a:spcAft>
              <a:buNone/>
            </a:pPr>
            <a:r>
              <a:rPr lang="en"/>
              <a:t>[Mat 23:37-39 LSB] "Jerusalem, Jerusalem, who kills the prophets and stones those who are sent to her! How often I wanted to gather your children together, the way a hen gathers her chicks under her wings, and you did not want [it]. "</a:t>
            </a:r>
            <a:r>
              <a:rPr b="1" lang="en"/>
              <a:t>Behold, your house is being left to you desolate! </a:t>
            </a:r>
            <a:r>
              <a:rPr lang="en"/>
              <a:t>"For I say to you, from now on you will not see Me until you say, 'BLESSED IS HE WHO COMES IN THE NAME OF THE LORD!'"</a:t>
            </a:r>
            <a:endParaRPr/>
          </a:p>
          <a:p>
            <a:pPr indent="0" lvl="0" marL="0" rtl="0" algn="l">
              <a:spcBef>
                <a:spcPts val="1200"/>
              </a:spcBef>
              <a:spcAft>
                <a:spcPts val="0"/>
              </a:spcAft>
              <a:buNone/>
            </a:pPr>
            <a:r>
              <a:rPr lang="en"/>
              <a:t>Paul and the Greeks he deceived </a:t>
            </a:r>
            <a:r>
              <a:rPr i="1" lang="en"/>
              <a:t>defiled the temple.</a:t>
            </a:r>
            <a:endParaRPr i="1"/>
          </a:p>
          <a:p>
            <a:pPr indent="0" lvl="0" marL="0" rtl="0" algn="l">
              <a:spcBef>
                <a:spcPts val="1200"/>
              </a:spcBef>
              <a:spcAft>
                <a:spcPts val="0"/>
              </a:spcAft>
              <a:buNone/>
            </a:pPr>
            <a:r>
              <a:rPr lang="en"/>
              <a:t>This prophecy is </a:t>
            </a:r>
            <a:r>
              <a:rPr i="1" lang="en"/>
              <a:t>pointing us back</a:t>
            </a:r>
            <a:r>
              <a:rPr lang="en"/>
              <a:t> to the fulfillment of Daniel so we know when this next defilement takes place, that soon the destruction of Jerusalem will be coming. This is what the entire eschatology of Matthew, Mark, Luke and the book of Revelation are about. They are all </a:t>
            </a:r>
            <a:r>
              <a:rPr b="1" lang="en"/>
              <a:t>pointing toward the destruction of Jerusalem</a:t>
            </a:r>
            <a:r>
              <a:rPr lang="en"/>
              <a:t> and this is part of how I know John was written in the second century as eschatology is completely absent from it.</a:t>
            </a:r>
            <a:endParaRPr/>
          </a:p>
          <a:p>
            <a:pPr indent="0" lvl="0" marL="0" rtl="0" algn="l">
              <a:spcBef>
                <a:spcPts val="1200"/>
              </a:spcBef>
              <a:spcAft>
                <a:spcPts val="0"/>
              </a:spcAft>
              <a:buNone/>
            </a:pPr>
            <a:r>
              <a:rPr lang="en"/>
              <a:t>[Mat 24:15-16 LSB] "Therefore when you see the </a:t>
            </a:r>
            <a:r>
              <a:rPr b="1" lang="en"/>
              <a:t>ABOMINATION OF DESOLATION</a:t>
            </a:r>
            <a:r>
              <a:rPr lang="en"/>
              <a:t> which was spoken of through Daniel the prophet, standing in the holy place (let the reader understand),</a:t>
            </a:r>
            <a:r>
              <a:rPr b="1" lang="en"/>
              <a:t> then those who are in Judea must flee to the mountains.</a:t>
            </a:r>
            <a:endParaRPr b="1"/>
          </a:p>
          <a:p>
            <a:pPr indent="0" lvl="0" marL="0" rtl="0" algn="l">
              <a:spcBef>
                <a:spcPts val="1200"/>
              </a:spcBef>
              <a:spcAft>
                <a:spcPts val="0"/>
              </a:spcAft>
              <a:buNone/>
            </a:pPr>
            <a:r>
              <a:rPr b="1" lang="en"/>
              <a:t>[Rev 12:6 LSB] Then the woman fled into the wilderness where she had a place prepared by God, so that there she would be nourished for </a:t>
            </a:r>
            <a:r>
              <a:rPr b="1" lang="en" u="sng"/>
              <a:t>1,260 days.</a:t>
            </a:r>
            <a:endParaRPr/>
          </a:p>
          <a:p>
            <a:pPr indent="0" lvl="0" marL="0" rtl="0" algn="l">
              <a:spcBef>
                <a:spcPts val="1200"/>
              </a:spcBef>
              <a:spcAft>
                <a:spcPts val="1200"/>
              </a:spcAft>
              <a:buNone/>
            </a:pPr>
            <a:r>
              <a:rPr lang="en"/>
              <a:t>This is all pointing to the </a:t>
            </a:r>
            <a:r>
              <a:rPr b="1" lang="en"/>
              <a:t>FIRST CENTURY</a:t>
            </a:r>
            <a:r>
              <a:rPr lang="en"/>
              <a:t>. This is a problem, and it is one of the reasons I question the prophecies in the book of Daniel as those days/years don’t make sense in any regard to what happened in the first century. The end did not happen, and no I reject alternate timelines and that we are living in the reign of Satan as some theorize.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Sodom destroyed</a:t>
            </a:r>
            <a:endParaRPr/>
          </a:p>
        </p:txBody>
      </p:sp>
      <p:sp>
        <p:nvSpPr>
          <p:cNvPr id="189" name="Google Shape;189;p22"/>
          <p:cNvSpPr txBox="1"/>
          <p:nvPr>
            <p:ph idx="1" type="body"/>
          </p:nvPr>
        </p:nvSpPr>
        <p:spPr>
          <a:xfrm>
            <a:off x="1297500" y="887300"/>
            <a:ext cx="7038900" cy="4069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[Rev 11:8 LSB] And their dead bodies [will lie] in the street of the </a:t>
            </a:r>
            <a:r>
              <a:rPr b="1" lang="en"/>
              <a:t>great city which spiritually is called Sodom and Egypt, where also their Lord was crucified.</a:t>
            </a:r>
            <a:endParaRPr b="1"/>
          </a:p>
          <a:p>
            <a:pPr indent="0" lvl="0" marL="0" rtl="0" algn="l">
              <a:spcBef>
                <a:spcPts val="1200"/>
              </a:spcBef>
              <a:spcAft>
                <a:spcPts val="0"/>
              </a:spcAft>
              <a:buNone/>
            </a:pPr>
            <a:r>
              <a:rPr lang="en"/>
              <a:t>According to the author of Revelation (which wasn’t likely the same John as the Gospel and epistles) Jerusalem was where the lord was crucified, is SODOM, is BABYLON THE WHORE.</a:t>
            </a:r>
            <a:endParaRPr/>
          </a:p>
          <a:p>
            <a:pPr indent="0" lvl="0" marL="0" rtl="0" algn="l">
              <a:spcBef>
                <a:spcPts val="1200"/>
              </a:spcBef>
              <a:spcAft>
                <a:spcPts val="0"/>
              </a:spcAft>
              <a:buNone/>
            </a:pPr>
            <a:r>
              <a:rPr lang="en"/>
              <a:t>It’s not about America, it’s not about Rome.</a:t>
            </a:r>
            <a:endParaRPr/>
          </a:p>
          <a:p>
            <a:pPr indent="0" lvl="0" marL="0" rtl="0" algn="l">
              <a:spcBef>
                <a:spcPts val="1200"/>
              </a:spcBef>
              <a:spcAft>
                <a:spcPts val="0"/>
              </a:spcAft>
              <a:buNone/>
            </a:pPr>
            <a:r>
              <a:rPr lang="en"/>
              <a:t>It was </a:t>
            </a:r>
            <a:r>
              <a:rPr i="1" lang="en"/>
              <a:t>about</a:t>
            </a:r>
            <a:r>
              <a:rPr lang="en"/>
              <a:t> Jerusalem, because of their </a:t>
            </a:r>
            <a:r>
              <a:rPr lang="en"/>
              <a:t>continued</a:t>
            </a:r>
            <a:r>
              <a:rPr lang="en"/>
              <a:t> disobedience. Now what they got wrong is that human sacrifice glorified Yahweh and that Yehuda/Yeshua was the promised Messiah. This is also clear from other verses in Revelation.</a:t>
            </a:r>
            <a:endParaRPr/>
          </a:p>
          <a:p>
            <a:pPr indent="0" lvl="0" marL="0" rtl="0" algn="l">
              <a:spcBef>
                <a:spcPts val="1200"/>
              </a:spcBef>
              <a:spcAft>
                <a:spcPts val="0"/>
              </a:spcAft>
              <a:buNone/>
            </a:pPr>
            <a:r>
              <a:rPr lang="en"/>
              <a:t>[Rev 1:1 LSB] The Revelation of Jesus Christ, which God gave Him to show to His slaves the things which </a:t>
            </a:r>
            <a:r>
              <a:rPr b="1" lang="en"/>
              <a:t>must </a:t>
            </a:r>
            <a:r>
              <a:rPr b="1" lang="en" u="sng"/>
              <a:t>SOON</a:t>
            </a:r>
            <a:r>
              <a:rPr b="1" lang="en"/>
              <a:t> happen</a:t>
            </a:r>
            <a:r>
              <a:rPr lang="en"/>
              <a:t>; and He indicated [this] by sending [it] through His angel to His slave John,</a:t>
            </a:r>
            <a:endParaRPr/>
          </a:p>
          <a:p>
            <a:pPr indent="0" lvl="0" marL="0" rtl="0" algn="l">
              <a:spcBef>
                <a:spcPts val="1200"/>
              </a:spcBef>
              <a:spcAft>
                <a:spcPts val="0"/>
              </a:spcAft>
              <a:buNone/>
            </a:pPr>
            <a:r>
              <a:rPr lang="en"/>
              <a:t>[Rev 22:12, 20 LSB] "Behold, </a:t>
            </a:r>
            <a:r>
              <a:rPr b="1" lang="en"/>
              <a:t>I am coming quickly</a:t>
            </a:r>
            <a:r>
              <a:rPr lang="en"/>
              <a:t>, and My reward [is] with Me, to render to every man according to his work. ...  He who bears witness to these things says, "</a:t>
            </a:r>
            <a:r>
              <a:rPr b="1" lang="en"/>
              <a:t>Yes, I am coming quickly</a:t>
            </a:r>
            <a:r>
              <a:rPr lang="en"/>
              <a:t>." Amen. Come, Lord Jesus.</a:t>
            </a:r>
            <a:endParaRPr/>
          </a:p>
          <a:p>
            <a:pPr indent="0" lvl="0" marL="0" rtl="0" algn="l">
              <a:spcBef>
                <a:spcPts val="1200"/>
              </a:spcBef>
              <a:spcAft>
                <a:spcPts val="0"/>
              </a:spcAft>
              <a:buNone/>
            </a:pPr>
            <a:r>
              <a:rPr lang="en"/>
              <a:t>The book of Revelation is something that they believed was going to all happen, </a:t>
            </a:r>
            <a:r>
              <a:rPr b="1" lang="en"/>
              <a:t>quickly</a:t>
            </a:r>
            <a:r>
              <a:rPr lang="en"/>
              <a:t>. It is not about AI, it’s not about the v—ine. When Jerusalem was destroyed they believed all of the rest of these things would happen quickly. Especially after another city of sin was destroyed by God, when Yah destroyed Pompeii and </a:t>
            </a:r>
            <a:r>
              <a:rPr lang="en"/>
              <a:t>Herculaneum</a:t>
            </a:r>
            <a:r>
              <a:rPr lang="en"/>
              <a:t> Christians and Jews developed a fervor of eschatology. That is the environment that bore the book of Revelation, and it’s clear the author was not part of the Pauline Gospel. </a:t>
            </a:r>
            <a:endParaRPr/>
          </a:p>
          <a:p>
            <a:pPr indent="0" lvl="0" marL="0" rtl="0" algn="l">
              <a:spcBef>
                <a:spcPts val="1200"/>
              </a:spcBef>
              <a:spcAft>
                <a:spcPts val="1200"/>
              </a:spcAft>
              <a:buNone/>
            </a:pPr>
            <a:r>
              <a:rPr b="1" lang="en"/>
              <a:t>But he still added to Torah.</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Testing prophecies by Torah</a:t>
            </a:r>
            <a:endParaRPr/>
          </a:p>
        </p:txBody>
      </p:sp>
      <p:sp>
        <p:nvSpPr>
          <p:cNvPr id="195" name="Google Shape;195;p23"/>
          <p:cNvSpPr txBox="1"/>
          <p:nvPr>
            <p:ph idx="1" type="body"/>
          </p:nvPr>
        </p:nvSpPr>
        <p:spPr>
          <a:xfrm>
            <a:off x="1297500" y="908075"/>
            <a:ext cx="7038900" cy="357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Torah is the ultimate standard for truth. This is why I also reject Esther and question Daniel. </a:t>
            </a:r>
            <a:endParaRPr/>
          </a:p>
          <a:p>
            <a:pPr indent="0" lvl="0" marL="0" rtl="0" algn="l">
              <a:spcBef>
                <a:spcPts val="1200"/>
              </a:spcBef>
              <a:spcAft>
                <a:spcPts val="0"/>
              </a:spcAft>
              <a:buNone/>
            </a:pPr>
            <a:r>
              <a:rPr lang="en"/>
              <a:t>The prophet who wrote Revelation declared plainly and clearly:</a:t>
            </a:r>
            <a:endParaRPr/>
          </a:p>
          <a:p>
            <a:pPr indent="-311150" lvl="0" marL="457200" rtl="0" algn="l">
              <a:spcBef>
                <a:spcPts val="1200"/>
              </a:spcBef>
              <a:spcAft>
                <a:spcPts val="0"/>
              </a:spcAft>
              <a:buSzPts val="1300"/>
              <a:buAutoNum type="arabicParenR"/>
            </a:pPr>
            <a:r>
              <a:rPr lang="en"/>
              <a:t>That the prophecies in his book would all happen </a:t>
            </a:r>
            <a:r>
              <a:rPr b="1" lang="en"/>
              <a:t>SOON</a:t>
            </a:r>
            <a:r>
              <a:rPr lang="en"/>
              <a:t> and that Jesus would return </a:t>
            </a:r>
            <a:r>
              <a:rPr b="1" lang="en"/>
              <a:t>QUICKLY.</a:t>
            </a:r>
            <a:r>
              <a:rPr lang="en"/>
              <a:t> Neither of these things happened, unless you are a complete preterist but even Paul recognized the problems with that view as if Jesus returned, the resurrection happened and you have </a:t>
            </a:r>
            <a:r>
              <a:rPr b="1" lang="en"/>
              <a:t>NO HOPE.</a:t>
            </a:r>
            <a:endParaRPr b="1"/>
          </a:p>
          <a:p>
            <a:pPr indent="-311150" lvl="0" marL="457200" rtl="0" algn="l">
              <a:spcBef>
                <a:spcPts val="0"/>
              </a:spcBef>
              <a:spcAft>
                <a:spcPts val="0"/>
              </a:spcAft>
              <a:buSzPts val="1300"/>
              <a:buAutoNum type="arabicParenR"/>
            </a:pPr>
            <a:r>
              <a:rPr lang="en"/>
              <a:t>The author repeatedly adds to Torah, like this gem:</a:t>
            </a:r>
            <a:endParaRPr/>
          </a:p>
          <a:p>
            <a:pPr indent="-298450" lvl="1" marL="914400" rtl="0" algn="l">
              <a:spcBef>
                <a:spcPts val="0"/>
              </a:spcBef>
              <a:spcAft>
                <a:spcPts val="0"/>
              </a:spcAft>
              <a:buSzPts val="1100"/>
              <a:buAutoNum type="alphaLcParenR"/>
            </a:pPr>
            <a:r>
              <a:rPr lang="en"/>
              <a:t>[Rev 12:17 LSB] So the dragon was enraged with the woman and went off to make war with the rest of her seed, who keep the commandments of God </a:t>
            </a:r>
            <a:r>
              <a:rPr i="1" lang="en" u="sng"/>
              <a:t>and</a:t>
            </a:r>
            <a:r>
              <a:rPr lang="en"/>
              <a:t> have the witness of Jesus.</a:t>
            </a:r>
            <a:endParaRPr/>
          </a:p>
          <a:p>
            <a:pPr indent="-298450" lvl="1" marL="914400" rtl="0" algn="l">
              <a:spcBef>
                <a:spcPts val="0"/>
              </a:spcBef>
              <a:spcAft>
                <a:spcPts val="0"/>
              </a:spcAft>
              <a:buSzPts val="1100"/>
              <a:buAutoNum type="alphaLcParenR"/>
            </a:pPr>
            <a:r>
              <a:rPr lang="en"/>
              <a:t>We should strive to guard (keep/guard traditional Hebrew meaning) the commands of God.</a:t>
            </a:r>
            <a:endParaRPr/>
          </a:p>
          <a:p>
            <a:pPr indent="-298450" lvl="1" marL="914400" rtl="0" algn="l">
              <a:spcBef>
                <a:spcPts val="0"/>
              </a:spcBef>
              <a:spcAft>
                <a:spcPts val="0"/>
              </a:spcAft>
              <a:buSzPts val="1100"/>
              <a:buAutoNum type="alphaLcParenR"/>
            </a:pPr>
            <a:r>
              <a:rPr lang="en"/>
              <a:t>However, there is NO TORAH command, not even ANY PROPHET that tells you that you must keep the “witness” or “testimony” of Jesus. This is an </a:t>
            </a:r>
            <a:r>
              <a:rPr b="1" lang="en"/>
              <a:t>ADDED COMMAND</a:t>
            </a:r>
            <a:r>
              <a:rPr lang="en"/>
              <a:t>, and VIOLATES TORAH. </a:t>
            </a:r>
            <a:r>
              <a:rPr b="1" lang="en"/>
              <a:t>If you keep the testimony of Jesus, you are BREAKING the </a:t>
            </a:r>
            <a:r>
              <a:rPr b="1" lang="en"/>
              <a:t>commands</a:t>
            </a:r>
            <a:r>
              <a:rPr b="1" lang="en"/>
              <a:t> of God</a:t>
            </a:r>
            <a:r>
              <a:rPr lang="en"/>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 of this module</a:t>
            </a:r>
            <a:endParaRPr/>
          </a:p>
        </p:txBody>
      </p:sp>
      <p:sp>
        <p:nvSpPr>
          <p:cNvPr id="201" name="Google Shape;201;p24"/>
          <p:cNvSpPr txBox="1"/>
          <p:nvPr>
            <p:ph idx="1" type="body"/>
          </p:nvPr>
        </p:nvSpPr>
        <p:spPr>
          <a:xfrm>
            <a:off x="1297500" y="921950"/>
            <a:ext cx="7038900" cy="4083000"/>
          </a:xfrm>
          <a:prstGeom prst="rect">
            <a:avLst/>
          </a:prstGeom>
        </p:spPr>
        <p:txBody>
          <a:bodyPr anchorCtr="0" anchor="t" bIns="91425" lIns="91425" spcFirstLastPara="1" rIns="91425" wrap="square" tIns="91425">
            <a:normAutofit fontScale="77500" lnSpcReduction="10000"/>
          </a:bodyPr>
          <a:lstStyle/>
          <a:p>
            <a:pPr indent="-292576" lvl="0" marL="457200" rtl="0" algn="l">
              <a:spcBef>
                <a:spcPts val="0"/>
              </a:spcBef>
              <a:spcAft>
                <a:spcPts val="0"/>
              </a:spcAft>
              <a:buSzPct val="100000"/>
              <a:buAutoNum type="arabicParenR"/>
            </a:pPr>
            <a:r>
              <a:rPr lang="en"/>
              <a:t>Yehuda/Yeshua was a prophet/zealot who was prophesying of the destruction of Jerusalem and believed he was a key player in that destruction. The abomination of desolation was </a:t>
            </a:r>
            <a:r>
              <a:rPr b="1" lang="en"/>
              <a:t>PAUL</a:t>
            </a:r>
            <a:r>
              <a:rPr lang="en"/>
              <a:t> and I’ve talked about this, and it is detailed in Acts 21 and Ezekiel 44. Paul took uncircumcised Greeks (like Antiochus) in to the holy of holies to make a sacrifice.</a:t>
            </a:r>
            <a:endParaRPr/>
          </a:p>
          <a:p>
            <a:pPr indent="-292576" lvl="0" marL="457200" rtl="0" algn="l">
              <a:spcBef>
                <a:spcPts val="0"/>
              </a:spcBef>
              <a:spcAft>
                <a:spcPts val="0"/>
              </a:spcAft>
              <a:buSzPct val="100000"/>
              <a:buAutoNum type="arabicParenR"/>
            </a:pPr>
            <a:r>
              <a:rPr lang="en"/>
              <a:t>As we dive into the teachings of the zealot Yehuda, it’s important to understand the context of his teachings, the history of what led to his teachings and ultimately the </a:t>
            </a:r>
            <a:r>
              <a:rPr lang="en"/>
              <a:t>disappointment</a:t>
            </a:r>
            <a:r>
              <a:rPr lang="en"/>
              <a:t> of his death.</a:t>
            </a:r>
            <a:endParaRPr/>
          </a:p>
          <a:p>
            <a:pPr indent="-292576" lvl="0" marL="457200" rtl="0" algn="l">
              <a:spcBef>
                <a:spcPts val="0"/>
              </a:spcBef>
              <a:spcAft>
                <a:spcPts val="0"/>
              </a:spcAft>
              <a:buSzPct val="100000"/>
              <a:buAutoNum type="arabicParenR"/>
            </a:pPr>
            <a:r>
              <a:rPr lang="en"/>
              <a:t>[Mar 15:34 LSB] And at the ninth hour Jesus cried out with a loud voice, "ELOI, ELOI, LAMA SABACHTHANI?" which is translated, "</a:t>
            </a:r>
            <a:r>
              <a:rPr b="1" lang="en"/>
              <a:t>MY GOD, MY GOD, WHY HAVE YOU FORSAKEN ME?</a:t>
            </a:r>
            <a:r>
              <a:rPr lang="en"/>
              <a:t>"</a:t>
            </a:r>
            <a:endParaRPr/>
          </a:p>
          <a:p>
            <a:pPr indent="-292576" lvl="0" marL="457200" rtl="0" algn="l">
              <a:spcBef>
                <a:spcPts val="0"/>
              </a:spcBef>
              <a:spcAft>
                <a:spcPts val="0"/>
              </a:spcAft>
              <a:buSzPct val="100000"/>
              <a:buAutoNum type="arabicParenR"/>
            </a:pPr>
            <a:r>
              <a:rPr lang="en"/>
              <a:t>Why did Yeshua cry this out if he believed in the resurrection? The same reason that John completely left this phrase out of the crucifixion and replaced it with this:</a:t>
            </a:r>
            <a:endParaRPr/>
          </a:p>
          <a:p>
            <a:pPr indent="-292576" lvl="0" marL="457200" rtl="0" algn="l">
              <a:spcBef>
                <a:spcPts val="0"/>
              </a:spcBef>
              <a:spcAft>
                <a:spcPts val="0"/>
              </a:spcAft>
              <a:buSzPct val="100000"/>
              <a:buAutoNum type="arabicParenR"/>
            </a:pPr>
            <a:r>
              <a:rPr lang="en"/>
              <a:t>[Jhn 19:30 LSB] Therefore when Jesus had received the sour wine, He said, "</a:t>
            </a:r>
            <a:r>
              <a:rPr b="1" lang="en"/>
              <a:t>It is finished!</a:t>
            </a:r>
            <a:r>
              <a:rPr lang="en"/>
              <a:t>" And bowing His head, He gave up His spirit.</a:t>
            </a:r>
            <a:endParaRPr/>
          </a:p>
          <a:p>
            <a:pPr indent="-292576" lvl="0" marL="457200" rtl="0" algn="l">
              <a:spcBef>
                <a:spcPts val="0"/>
              </a:spcBef>
              <a:spcAft>
                <a:spcPts val="0"/>
              </a:spcAft>
              <a:buSzPct val="100000"/>
              <a:buAutoNum type="arabicParenR"/>
            </a:pPr>
            <a:r>
              <a:rPr lang="en"/>
              <a:t>We go from the forsaken prophet that is developed in Mark to the glorified son of God in John. HOW did this happen, when we read the Bible we flatten history and flatten the differing theologies. This includes in the synoptics, with Christmas around the corner what you’ll notice in the nativity scenes is that believers matrix the stories of Luke 2 and Matthew 2 together when they have NOTHING in common except the </a:t>
            </a:r>
            <a:r>
              <a:rPr lang="en"/>
              <a:t>origin city. They have the esoteric wise men of Matthew visiting the manger of Luke. In Matthew they </a:t>
            </a:r>
            <a:r>
              <a:rPr b="1" lang="en"/>
              <a:t>lived in Bethlehem in a house, </a:t>
            </a:r>
            <a:r>
              <a:rPr lang="en"/>
              <a:t>in Luke they were driven there by the census (which Luke uses to point us back to the truth, to Yehuda) and there was no more room anywhere so they stayed in a barn with animals. This story is absent from Matthew, Mark, and John and Paul. Rival groups of the coming century (EARLY Christianity/Ebionites) didn’t use all four gospels and this is clear from reading from the men that formed Roman Catholicism. They exclusively quote Paul and Matthew. They never quote Mark, never quote Luke, never quote John. What became our NT was a collection of writings from about ten different cults, and the winners were the pagan Romans. The pagan Romans determined which books were inspired - NOT YHWH.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What’s next?</a:t>
            </a:r>
            <a:endParaRPr/>
          </a:p>
        </p:txBody>
      </p:sp>
      <p:sp>
        <p:nvSpPr>
          <p:cNvPr id="207" name="Google Shape;207;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In the coming module (and beyond if Yah wills) we’ll start with the </a:t>
            </a:r>
            <a:r>
              <a:rPr b="1" lang="en"/>
              <a:t>oldest</a:t>
            </a:r>
            <a:r>
              <a:rPr lang="en"/>
              <a:t> known gospel, Mark and dive into it and determine what is of Yah (matches Torah) and what is of the Greeks, what was added, interpolated to sell their anti Torah and anti YHWH gospel message.</a:t>
            </a:r>
            <a:endParaRPr/>
          </a:p>
          <a:p>
            <a:pPr indent="0" lvl="0" marL="0" rtl="0" algn="l">
              <a:spcBef>
                <a:spcPts val="1200"/>
              </a:spcBef>
              <a:spcAft>
                <a:spcPts val="0"/>
              </a:spcAft>
              <a:buNone/>
            </a:pPr>
            <a:r>
              <a:rPr lang="en"/>
              <a:t>[Mar 1:5 LSB] And all the region of Judea was going out to him, and all the people of Jerusalem; and they were </a:t>
            </a:r>
            <a:r>
              <a:rPr b="1" lang="en"/>
              <a:t>being immersed</a:t>
            </a:r>
            <a:r>
              <a:rPr lang="en"/>
              <a:t> by him in the Jordan River, </a:t>
            </a:r>
            <a:r>
              <a:rPr b="1" lang="en"/>
              <a:t>confessing their sins</a:t>
            </a:r>
            <a:r>
              <a:rPr lang="en"/>
              <a:t>.</a:t>
            </a:r>
            <a:endParaRPr/>
          </a:p>
          <a:p>
            <a:pPr indent="0" lvl="0" marL="0" rtl="0" algn="l">
              <a:spcBef>
                <a:spcPts val="1200"/>
              </a:spcBef>
              <a:spcAft>
                <a:spcPts val="0"/>
              </a:spcAft>
              <a:buNone/>
            </a:pPr>
            <a:r>
              <a:rPr lang="en"/>
              <a:t>[Isa 1:16 LSB] "</a:t>
            </a:r>
            <a:r>
              <a:rPr b="1" lang="en"/>
              <a:t>Wash yourselves, purify yourselves; Remove the evil of your deeds from before My eyes. Cease to do evil,</a:t>
            </a:r>
            <a:endParaRPr b="1"/>
          </a:p>
          <a:p>
            <a:pPr indent="0" lvl="0" marL="0" rtl="0" algn="l">
              <a:spcBef>
                <a:spcPts val="1200"/>
              </a:spcBef>
              <a:spcAft>
                <a:spcPts val="0"/>
              </a:spcAft>
              <a:buNone/>
            </a:pPr>
            <a:r>
              <a:rPr b="1" lang="en"/>
              <a:t>The question is - does Torah demand actual washing?</a:t>
            </a:r>
            <a:r>
              <a:rPr lang="en"/>
              <a:t> Does Torah demand sackcloth and ashes as the Prophets declare?</a:t>
            </a:r>
            <a:endParaRPr/>
          </a:p>
          <a:p>
            <a:pPr indent="0" lvl="0" marL="0" rtl="0" algn="l">
              <a:spcBef>
                <a:spcPts val="1200"/>
              </a:spcBef>
              <a:spcAft>
                <a:spcPts val="1200"/>
              </a:spcAft>
              <a:buNone/>
            </a:pPr>
            <a:r>
              <a:rPr lang="en"/>
              <a:t>No. These are signs of a repentant heart. Washing the blood of idolatry from your hands should happen, but it also needs to happen in the heart.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