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Nunito"/>
      <p:regular r:id="rId24"/>
      <p:bold r:id="rId25"/>
      <p:italic r:id="rId26"/>
      <p:boldItalic r:id="rId27"/>
    </p:embeddedFont>
    <p:embeddedFont>
      <p:font typeface="Maven Pro"/>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Nunito-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italic.fntdata"/><Relationship Id="rId25" Type="http://schemas.openxmlformats.org/officeDocument/2006/relationships/font" Target="fonts/Nunito-bold.fntdata"/><Relationship Id="rId28" Type="http://schemas.openxmlformats.org/officeDocument/2006/relationships/font" Target="fonts/MavenPro-regular.fntdata"/><Relationship Id="rId27"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avenPro-bold.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b5414fe0ec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1b5414fe0ec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b5414fe0ec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1b5414fe0ec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b5414fe0ec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b5414fe0ec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b5414fe0ec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1b5414fe0ec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b5414fe0ec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b5414fe0ec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b5414fe0ec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b5414fe0ec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b5414fe0ec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b5414fe0ec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b5414fe0ec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b5414fe0ec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b5414fe0ec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b5414fe0ec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b5414fe0ec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b5414fe0ec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b5414fe0ec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b5414fe0ec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b5414fe0ec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b5414fe0ec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b5414fe0ec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1b5414fe0ec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b5414fe0ec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1b5414fe0ec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b5414fe0ec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b5414fe0ec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b8eba18a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b8eba18a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b8eba18a1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b8eba18a1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Gospel of Shame</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Selling a lie to the ashamed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It’s important to understand this</a:t>
            </a:r>
            <a:endParaRPr/>
          </a:p>
        </p:txBody>
      </p:sp>
      <p:sp>
        <p:nvSpPr>
          <p:cNvPr id="284" name="Google Shape;284;p1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“Holy Bible” is neither </a:t>
            </a:r>
            <a:r>
              <a:rPr b="1" lang="en"/>
              <a:t>holy as a whole</a:t>
            </a:r>
            <a:r>
              <a:rPr lang="en"/>
              <a:t> nor altogether the “word of God”. This is a lie perpetuated through the mother harlot, Roman Catholicism - and all of her daughters in every Protestant and even Messianic denomination perpetuate this terrible lie. The Jews themselves believe every book of the Tanakh and every word of the rabbi is from the word of YHWH.</a:t>
            </a:r>
            <a:endParaRPr/>
          </a:p>
          <a:p>
            <a:pPr indent="0" lvl="0" marL="0" rtl="0" algn="l">
              <a:spcBef>
                <a:spcPts val="1200"/>
              </a:spcBef>
              <a:spcAft>
                <a:spcPts val="0"/>
              </a:spcAft>
              <a:buNone/>
            </a:pPr>
            <a:r>
              <a:rPr lang="en"/>
              <a:t>The sad truth is they have deceived the world with their lies. </a:t>
            </a:r>
            <a:endParaRPr/>
          </a:p>
          <a:p>
            <a:pPr indent="0" lvl="0" marL="0" rtl="0" algn="l">
              <a:spcBef>
                <a:spcPts val="1200"/>
              </a:spcBef>
              <a:spcAft>
                <a:spcPts val="1200"/>
              </a:spcAft>
              <a:buNone/>
            </a:pPr>
            <a:r>
              <a:rPr lang="en"/>
              <a:t>The sadder truth is, most of them believe the </a:t>
            </a:r>
            <a:r>
              <a:rPr b="1" lang="en"/>
              <a:t>doctrines of men</a:t>
            </a:r>
            <a:r>
              <a:rPr lang="en"/>
              <a:t> over what the </a:t>
            </a:r>
            <a:r>
              <a:rPr b="1" lang="en"/>
              <a:t>TORAH</a:t>
            </a:r>
            <a:r>
              <a:rPr lang="en"/>
              <a:t> says - as if they were true students of the </a:t>
            </a:r>
            <a:r>
              <a:rPr b="1" lang="en"/>
              <a:t>TORAH</a:t>
            </a:r>
            <a:r>
              <a:rPr lang="en"/>
              <a:t> they </a:t>
            </a:r>
            <a:r>
              <a:rPr lang="en"/>
              <a:t>would</a:t>
            </a:r>
            <a:r>
              <a:rPr lang="en"/>
              <a:t> see the contradictions and start to question them.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king of cults</a:t>
            </a:r>
            <a:endParaRPr/>
          </a:p>
        </p:txBody>
      </p:sp>
      <p:sp>
        <p:nvSpPr>
          <p:cNvPr id="290" name="Google Shape;290;p15"/>
          <p:cNvSpPr txBox="1"/>
          <p:nvPr>
            <p:ph idx="1" type="body"/>
          </p:nvPr>
        </p:nvSpPr>
        <p:spPr>
          <a:xfrm>
            <a:off x="1303800" y="1270000"/>
            <a:ext cx="7030500" cy="326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I want to discuss the warning signs that you are in a cult, and then we are going to compare this to some of the men in the Bible.</a:t>
            </a:r>
            <a:endParaRPr/>
          </a:p>
          <a:p>
            <a:pPr indent="-311150" lvl="0" marL="457200" rtl="0" algn="l">
              <a:spcBef>
                <a:spcPts val="1200"/>
              </a:spcBef>
              <a:spcAft>
                <a:spcPts val="0"/>
              </a:spcAft>
              <a:buSzPts val="1300"/>
              <a:buAutoNum type="arabicPeriod"/>
            </a:pPr>
            <a:r>
              <a:rPr b="1" lang="en"/>
              <a:t>The leader is infallible.</a:t>
            </a:r>
            <a:endParaRPr b="1"/>
          </a:p>
          <a:p>
            <a:pPr indent="0" lvl="0" marL="0" rtl="0" algn="l">
              <a:spcBef>
                <a:spcPts val="1200"/>
              </a:spcBef>
              <a:spcAft>
                <a:spcPts val="0"/>
              </a:spcAft>
              <a:buNone/>
            </a:pPr>
            <a:r>
              <a:rPr lang="en"/>
              <a:t>Now for some of you, you’ll immediately see Paul the super apostle and his constant attacks on others preaching a “different Gospel”. You’ll also know this because if you question Paul, they will attack you as if Paul himself was God. But of course, this is what Paul tells us. He is their God. </a:t>
            </a:r>
            <a:endParaRPr/>
          </a:p>
          <a:p>
            <a:pPr indent="0" lvl="0" marL="457200" rtl="0" algn="l">
              <a:spcBef>
                <a:spcPts val="1200"/>
              </a:spcBef>
              <a:spcAft>
                <a:spcPts val="0"/>
              </a:spcAft>
              <a:buNone/>
            </a:pPr>
            <a:r>
              <a:rPr lang="en"/>
              <a:t>[Gal 4:14 LSB] and that which was a trial to you in my bodily condition you did not despise or loathe, but </a:t>
            </a:r>
            <a:r>
              <a:rPr b="1" lang="en"/>
              <a:t>you received me as an angel of God, as Christ Jesus [Himself]</a:t>
            </a:r>
            <a:r>
              <a:rPr lang="en"/>
              <a:t>.</a:t>
            </a:r>
            <a:endParaRPr/>
          </a:p>
          <a:p>
            <a:pPr indent="0" lvl="0" marL="0" rtl="0" algn="l">
              <a:spcBef>
                <a:spcPts val="1200"/>
              </a:spcBef>
              <a:spcAft>
                <a:spcPts val="1200"/>
              </a:spcAft>
              <a:buNone/>
            </a:pPr>
            <a:r>
              <a:rPr lang="en"/>
              <a:t>How was Paul received by them? As if he </a:t>
            </a:r>
            <a:r>
              <a:rPr i="1" lang="en"/>
              <a:t>were</a:t>
            </a:r>
            <a:r>
              <a:rPr lang="en"/>
              <a:t> the </a:t>
            </a:r>
            <a:r>
              <a:rPr b="1" lang="en"/>
              <a:t>Christ Jesus</a:t>
            </a:r>
            <a:r>
              <a:rPr lang="en"/>
              <a:t>. This is the same way Pauline disciples treat him today and why they will attack you viciously if you even question Paul’s authority. Paul is no different than Mohammed, Joseph Smith, Ellen White or any other man or woman placing himself between you and God </a:t>
            </a:r>
            <a:r>
              <a:rPr lang="en"/>
              <a:t>the</a:t>
            </a:r>
            <a:r>
              <a:rPr lang="en"/>
              <a:t> most high.</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This will be harder for many of you to accept</a:t>
            </a:r>
            <a:endParaRPr/>
          </a:p>
        </p:txBody>
      </p:sp>
      <p:sp>
        <p:nvSpPr>
          <p:cNvPr id="296" name="Google Shape;296;p16"/>
          <p:cNvSpPr txBox="1"/>
          <p:nvPr>
            <p:ph idx="1" type="body"/>
          </p:nvPr>
        </p:nvSpPr>
        <p:spPr>
          <a:xfrm>
            <a:off x="1303800" y="1545175"/>
            <a:ext cx="7030500" cy="34431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The Jesus of the NT is presented the same as Paul. You see, the reason Moses is Moses is because he is the most humble man that has ever lived. A prophet like Moses then would mimic his behavior when challenged and leave justice to YHWH the most high.</a:t>
            </a:r>
            <a:endParaRPr/>
          </a:p>
          <a:p>
            <a:pPr indent="0" lvl="0" marL="0" rtl="0" algn="l">
              <a:spcBef>
                <a:spcPts val="1200"/>
              </a:spcBef>
              <a:spcAft>
                <a:spcPts val="0"/>
              </a:spcAft>
              <a:buNone/>
            </a:pPr>
            <a:r>
              <a:rPr lang="en"/>
              <a:t>[Num 16:3-4 LSB] Then they assembled together against Moses and Aaron, and said to them, "You have gone far enough, for all the congregation are holy, every one of them, and Yahweh is in their midst; so </a:t>
            </a:r>
            <a:r>
              <a:rPr b="1" lang="en"/>
              <a:t>why do you exalt yourselves above the assembly of Yahweh</a:t>
            </a:r>
            <a:r>
              <a:rPr lang="en"/>
              <a:t>?"  And </a:t>
            </a:r>
            <a:r>
              <a:rPr b="1" lang="en"/>
              <a:t>Moses heard [this] and fell on his face</a:t>
            </a:r>
            <a:r>
              <a:rPr lang="en"/>
              <a:t>;</a:t>
            </a:r>
            <a:endParaRPr/>
          </a:p>
          <a:p>
            <a:pPr indent="0" lvl="0" marL="0" rtl="0" algn="l">
              <a:spcBef>
                <a:spcPts val="1200"/>
              </a:spcBef>
              <a:spcAft>
                <a:spcPts val="0"/>
              </a:spcAft>
              <a:buNone/>
            </a:pPr>
            <a:r>
              <a:rPr lang="en"/>
              <a:t>He was challenged on why he was exalting himself above others in the assembly, and what does he do? </a:t>
            </a:r>
            <a:r>
              <a:rPr b="1" lang="en"/>
              <a:t>He falls on his face and prays</a:t>
            </a:r>
            <a:r>
              <a:rPr lang="en"/>
              <a:t>.</a:t>
            </a:r>
            <a:endParaRPr/>
          </a:p>
          <a:p>
            <a:pPr indent="0" lvl="0" marL="0" rtl="0" algn="l">
              <a:spcBef>
                <a:spcPts val="1200"/>
              </a:spcBef>
              <a:spcAft>
                <a:spcPts val="0"/>
              </a:spcAft>
              <a:buNone/>
            </a:pPr>
            <a:r>
              <a:rPr lang="en"/>
              <a:t>According to the NT however?</a:t>
            </a:r>
            <a:endParaRPr/>
          </a:p>
          <a:p>
            <a:pPr indent="0" lvl="0" marL="0" rtl="0" algn="l">
              <a:spcBef>
                <a:spcPts val="1200"/>
              </a:spcBef>
              <a:spcAft>
                <a:spcPts val="0"/>
              </a:spcAft>
              <a:buNone/>
            </a:pPr>
            <a:r>
              <a:rPr lang="en"/>
              <a:t>[Mat 23:1-2, 13 LSB] Then Jesus spoke to the crowds and to His disciples, saying: "The scribes and the Pharisees have seated themselves in the chair of Moses; ...  "</a:t>
            </a:r>
            <a:r>
              <a:rPr b="1" lang="en"/>
              <a:t>But woe to you, scribes and Pharisees</a:t>
            </a:r>
            <a:r>
              <a:rPr lang="en"/>
              <a:t>, hypocrites, because you shut off the kingdom of heaven from people; for you do not enter in yourselves, nor do you allow those who are entering to go in.</a:t>
            </a:r>
            <a:endParaRPr/>
          </a:p>
          <a:p>
            <a:pPr indent="0" lvl="0" marL="0" rtl="0" algn="l">
              <a:spcBef>
                <a:spcPts val="1200"/>
              </a:spcBef>
              <a:spcAft>
                <a:spcPts val="1200"/>
              </a:spcAft>
              <a:buNone/>
            </a:pPr>
            <a:r>
              <a:rPr lang="en"/>
              <a:t>Jesus spent an </a:t>
            </a:r>
            <a:r>
              <a:rPr i="1" lang="en"/>
              <a:t>entire chapter</a:t>
            </a:r>
            <a:r>
              <a:rPr lang="en"/>
              <a:t> throwing </a:t>
            </a:r>
            <a:r>
              <a:rPr lang="en"/>
              <a:t>shame at the heads of the High Priest. This chapter alone (and many, many statements scattered in the other gospels, John is the worst) means he is not a prophet like Moses.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allegory of Paul’s trial, truth in plain sight</a:t>
            </a:r>
            <a:endParaRPr/>
          </a:p>
        </p:txBody>
      </p:sp>
      <p:sp>
        <p:nvSpPr>
          <p:cNvPr id="302" name="Google Shape;302;p17"/>
          <p:cNvSpPr txBox="1"/>
          <p:nvPr>
            <p:ph idx="1" type="body"/>
          </p:nvPr>
        </p:nvSpPr>
        <p:spPr>
          <a:xfrm>
            <a:off x="1303800" y="1516950"/>
            <a:ext cx="7030500" cy="3436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[Act 23:2-5 LSB] And the high priest Ananias commanded those standing beside him to strike him on the mouth. Then Paul said to him, "God is going to strike you, </a:t>
            </a:r>
            <a:r>
              <a:rPr b="1" lang="en"/>
              <a:t>you whitewashed wall</a:t>
            </a:r>
            <a:r>
              <a:rPr lang="en"/>
              <a:t>! Do you sit to try me according to the Law, and in violation of the Law order me to be struck?" But those standing nearby said, "</a:t>
            </a:r>
            <a:r>
              <a:rPr b="1" lang="en"/>
              <a:t>Do you revile the high priest of God?</a:t>
            </a:r>
            <a:r>
              <a:rPr lang="en"/>
              <a:t>" 5 And Paul said, "I was not aware, brothers, that he was high priest; for it is written, '</a:t>
            </a:r>
            <a:r>
              <a:rPr b="1" lang="en"/>
              <a:t>YOU SHALL NOT SPEAK EVIL OF A RULER OF YOUR PEOPLE</a:t>
            </a:r>
            <a:r>
              <a:rPr lang="en"/>
              <a:t>.'"</a:t>
            </a:r>
            <a:endParaRPr/>
          </a:p>
          <a:p>
            <a:pPr indent="0" lvl="0" marL="0" rtl="0" algn="l">
              <a:spcBef>
                <a:spcPts val="1200"/>
              </a:spcBef>
              <a:spcAft>
                <a:spcPts val="0"/>
              </a:spcAft>
              <a:buNone/>
            </a:pPr>
            <a:r>
              <a:rPr lang="en"/>
              <a:t>[Exo 22:28 NKJV] "You shall not revile God, </a:t>
            </a:r>
            <a:r>
              <a:rPr b="1" lang="en"/>
              <a:t>nor curse a ruler of your people</a:t>
            </a:r>
            <a:r>
              <a:rPr lang="en"/>
              <a:t>.</a:t>
            </a:r>
            <a:endParaRPr/>
          </a:p>
          <a:p>
            <a:pPr indent="0" lvl="0" marL="0" rtl="0" algn="l">
              <a:spcBef>
                <a:spcPts val="1200"/>
              </a:spcBef>
              <a:spcAft>
                <a:spcPts val="0"/>
              </a:spcAft>
              <a:buNone/>
            </a:pPr>
            <a:r>
              <a:rPr lang="en"/>
              <a:t>[Mat 23:27 NKJV] "Woe to you, scribes and Pharisees, hypocrites! </a:t>
            </a:r>
            <a:r>
              <a:rPr b="1" lang="en"/>
              <a:t>For you are like whitewashed tombs</a:t>
            </a:r>
            <a:r>
              <a:rPr lang="en"/>
              <a:t> which indeed appear beautiful outwardly, but inside are full of dead [men's] bones and all uncleanness.</a:t>
            </a:r>
            <a:endParaRPr/>
          </a:p>
          <a:p>
            <a:pPr indent="0" lvl="0" marL="0" rtl="0" algn="l">
              <a:spcBef>
                <a:spcPts val="1200"/>
              </a:spcBef>
              <a:spcAft>
                <a:spcPts val="1200"/>
              </a:spcAft>
              <a:buNone/>
            </a:pPr>
            <a:r>
              <a:rPr lang="en"/>
              <a:t>Luke used allegory (Paul would never apologize, look at his epistles) to show the sins of Jesus in Matthew’s Gospel. According to a literal interpretation of all four Gospels, he was not without sin - and worse, he was acting like an authoritarian cult leader. He cannot therefore with a </a:t>
            </a:r>
            <a:r>
              <a:rPr i="1" lang="en"/>
              <a:t>literal</a:t>
            </a:r>
            <a:r>
              <a:rPr lang="en"/>
              <a:t> interpretation of the Gospels be the “prophet like Moses” in Deut 18:15-19.</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8"/>
          <p:cNvSpPr txBox="1"/>
          <p:nvPr>
            <p:ph type="title"/>
          </p:nvPr>
        </p:nvSpPr>
        <p:spPr>
          <a:xfrm>
            <a:off x="1303800" y="8352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Let’s continue through the warning signs of a cult</a:t>
            </a:r>
            <a:endParaRPr/>
          </a:p>
        </p:txBody>
      </p:sp>
      <p:sp>
        <p:nvSpPr>
          <p:cNvPr id="308" name="Google Shape;308;p18"/>
          <p:cNvSpPr txBox="1"/>
          <p:nvPr>
            <p:ph idx="1" type="body"/>
          </p:nvPr>
        </p:nvSpPr>
        <p:spPr>
          <a:xfrm>
            <a:off x="1303800" y="938400"/>
            <a:ext cx="7030500" cy="4141500"/>
          </a:xfrm>
          <a:prstGeom prst="rect">
            <a:avLst/>
          </a:prstGeom>
        </p:spPr>
        <p:txBody>
          <a:bodyPr anchorCtr="0" anchor="t" bIns="91425" lIns="91425" spcFirstLastPara="1" rIns="91425" wrap="square" tIns="91425">
            <a:normAutofit fontScale="70000" lnSpcReduction="20000"/>
          </a:bodyPr>
          <a:lstStyle/>
          <a:p>
            <a:pPr indent="0" lvl="0" marL="457200" rtl="0" algn="l">
              <a:spcBef>
                <a:spcPts val="0"/>
              </a:spcBef>
              <a:spcAft>
                <a:spcPts val="0"/>
              </a:spcAft>
              <a:buNone/>
            </a:pPr>
            <a:r>
              <a:rPr lang="en"/>
              <a:t>2. </a:t>
            </a:r>
            <a:r>
              <a:rPr b="1" lang="en"/>
              <a:t>They use deceptive tactics to get you to join</a:t>
            </a:r>
            <a:endParaRPr b="1"/>
          </a:p>
          <a:p>
            <a:pPr indent="0" lvl="0" marL="457200" rtl="0" algn="l">
              <a:spcBef>
                <a:spcPts val="1200"/>
              </a:spcBef>
              <a:spcAft>
                <a:spcPts val="0"/>
              </a:spcAft>
              <a:buNone/>
            </a:pPr>
            <a:r>
              <a:rPr lang="en"/>
              <a:t>[Rom 3:7 NKJV] For if the truth of God has increased </a:t>
            </a:r>
            <a:r>
              <a:rPr b="1" lang="en"/>
              <a:t>through my lie</a:t>
            </a:r>
            <a:r>
              <a:rPr lang="en"/>
              <a:t> to His glory, why am I also still judged as a sinner?</a:t>
            </a:r>
            <a:endParaRPr/>
          </a:p>
          <a:p>
            <a:pPr indent="0" lvl="0" marL="0" rtl="0" algn="l">
              <a:spcBef>
                <a:spcPts val="1200"/>
              </a:spcBef>
              <a:spcAft>
                <a:spcPts val="0"/>
              </a:spcAft>
              <a:buNone/>
            </a:pPr>
            <a:r>
              <a:rPr lang="en"/>
              <a:t>Paul tells us he is lying to promote his message, but the truth of God is increased through his lie, so why is he still being judged as a sinner, he </a:t>
            </a:r>
            <a:r>
              <a:rPr lang="en"/>
              <a:t>further amplifies this by telling you this.</a:t>
            </a:r>
            <a:endParaRPr/>
          </a:p>
          <a:p>
            <a:pPr indent="0" lvl="0" marL="457200" rtl="0" algn="l">
              <a:spcBef>
                <a:spcPts val="1200"/>
              </a:spcBef>
              <a:spcAft>
                <a:spcPts val="0"/>
              </a:spcAft>
              <a:buNone/>
            </a:pPr>
            <a:r>
              <a:rPr lang="en"/>
              <a:t>[Rom 3:9-19 NKJV] What then? Are we better [than they]? Not at all. For we have previously charged both Jews and Greeks that they are all under sin. As it is written: "There is none righteous, no, not one; There is none who understands; There is none who seeks after God. They have all turned aside; They have together become unprofitable; There is none who does good, no, not one." "Their throat [is] an open tomb; With their tongues they have practiced deceit"; "The poison of asps [is] under their lips"; "Whose mouth [is] full of cursing and bitterness." "Their feet [are] swift to shed blood; Destruction and misery [are] in their ways; And the way of peace they have not known." "There is no fear of God before their eyes." Now we know that whatever the law says, it says to those who are under the law, that every mouth may be stopped, and all the world may become guilty before God.</a:t>
            </a:r>
            <a:endParaRPr/>
          </a:p>
          <a:p>
            <a:pPr indent="0" lvl="0" marL="0" rtl="0" algn="l">
              <a:spcBef>
                <a:spcPts val="1200"/>
              </a:spcBef>
              <a:spcAft>
                <a:spcPts val="0"/>
              </a:spcAft>
              <a:buNone/>
            </a:pPr>
            <a:r>
              <a:rPr lang="en"/>
              <a:t>This long diatribe of misquoted Psalms is </a:t>
            </a:r>
            <a:r>
              <a:rPr b="1" lang="en"/>
              <a:t>not</a:t>
            </a:r>
            <a:r>
              <a:rPr lang="en"/>
              <a:t> the law, it’s not saying </a:t>
            </a:r>
            <a:r>
              <a:rPr b="1" lang="en"/>
              <a:t>ALL MEN</a:t>
            </a:r>
            <a:r>
              <a:rPr lang="en"/>
              <a:t> are like this, this is poetry and each one he misquoted is telling you about a specific group of people.</a:t>
            </a:r>
            <a:endParaRPr/>
          </a:p>
          <a:p>
            <a:pPr indent="0" lvl="0" marL="457200" rtl="0" algn="l">
              <a:spcBef>
                <a:spcPts val="1200"/>
              </a:spcBef>
              <a:spcAft>
                <a:spcPts val="0"/>
              </a:spcAft>
              <a:buNone/>
            </a:pPr>
            <a:r>
              <a:rPr lang="en"/>
              <a:t>[Psa 14:1-3 NKJV] To the Chief Musician. [A Psalm] of David. </a:t>
            </a:r>
            <a:r>
              <a:rPr b="1" lang="en"/>
              <a:t>The fool has said in his heart, "[There is] no God." They</a:t>
            </a:r>
            <a:r>
              <a:rPr lang="en"/>
              <a:t> are corrupt, </a:t>
            </a:r>
            <a:r>
              <a:rPr b="1" lang="en"/>
              <a:t>They</a:t>
            </a:r>
            <a:r>
              <a:rPr lang="en"/>
              <a:t> have done abominable works, There is none who does good. YHWH looks down from heaven upon the children of men, To see if there are any who understand, who seek God. </a:t>
            </a:r>
            <a:r>
              <a:rPr b="1" lang="en"/>
              <a:t>They</a:t>
            </a:r>
            <a:r>
              <a:rPr lang="en"/>
              <a:t> have all turned aside, </a:t>
            </a:r>
            <a:r>
              <a:rPr b="1" lang="en"/>
              <a:t>They</a:t>
            </a:r>
            <a:r>
              <a:rPr lang="en"/>
              <a:t> have together become corrupt; [There is] none who does good, No, not one.</a:t>
            </a:r>
            <a:endParaRPr/>
          </a:p>
          <a:p>
            <a:pPr indent="0" lvl="0" marL="0" rtl="0" algn="l">
              <a:spcBef>
                <a:spcPts val="1200"/>
              </a:spcBef>
              <a:spcAft>
                <a:spcPts val="1200"/>
              </a:spcAft>
              <a:buNone/>
            </a:pPr>
            <a:r>
              <a:rPr lang="en"/>
              <a:t>This Psalm (and the others Paul misquotes to apply to all men) is </a:t>
            </a:r>
            <a:r>
              <a:rPr b="1" lang="en"/>
              <a:t>not</a:t>
            </a:r>
            <a:r>
              <a:rPr lang="en"/>
              <a:t> inclusive of all men. It’s the fool that has said in heart, “there is no God” and you’ll find the same thing in every misquotation of Paul above. Paul is lying to make you feel ashamed, even if you don’t need to feel ashamed. It’s this shame and guilt cycle that underlies every cult religious observance.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9"/>
          <p:cNvSpPr txBox="1"/>
          <p:nvPr>
            <p:ph type="title"/>
          </p:nvPr>
        </p:nvSpPr>
        <p:spPr>
          <a:xfrm>
            <a:off x="1303800" y="288150"/>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Paining the heart of the righteous with shame</a:t>
            </a:r>
            <a:endParaRPr/>
          </a:p>
        </p:txBody>
      </p:sp>
      <p:sp>
        <p:nvSpPr>
          <p:cNvPr id="314" name="Google Shape;314;p19"/>
          <p:cNvSpPr txBox="1"/>
          <p:nvPr>
            <p:ph idx="1" type="body"/>
          </p:nvPr>
        </p:nvSpPr>
        <p:spPr>
          <a:xfrm>
            <a:off x="1303800" y="1248825"/>
            <a:ext cx="7030500" cy="3690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[Rom 3:4 NKJV] Certainly not! Indeed, </a:t>
            </a:r>
            <a:r>
              <a:rPr b="1" lang="en"/>
              <a:t>let God be true but every man a liar</a:t>
            </a:r>
            <a:r>
              <a:rPr lang="en"/>
              <a:t>. As it is written: "That You may be justified in Your words, And may overcome when You are judged."</a:t>
            </a:r>
            <a:endParaRPr/>
          </a:p>
          <a:p>
            <a:pPr indent="0" lvl="0" marL="0" rtl="0" algn="l">
              <a:spcBef>
                <a:spcPts val="1200"/>
              </a:spcBef>
              <a:spcAft>
                <a:spcPts val="0"/>
              </a:spcAft>
              <a:buNone/>
            </a:pPr>
            <a:r>
              <a:rPr lang="en"/>
              <a:t>Words are powerful, if you go around calling “every man a liar” that is how you will view them, and this is a sin.</a:t>
            </a:r>
            <a:endParaRPr/>
          </a:p>
          <a:p>
            <a:pPr indent="0" lvl="0" marL="0" rtl="0" algn="l">
              <a:spcBef>
                <a:spcPts val="1200"/>
              </a:spcBef>
              <a:spcAft>
                <a:spcPts val="0"/>
              </a:spcAft>
              <a:buNone/>
            </a:pPr>
            <a:r>
              <a:rPr lang="en"/>
              <a:t>[Psa 116:11 YLT] I said in my haste, 'Every man [is] a liar.'</a:t>
            </a:r>
            <a:endParaRPr/>
          </a:p>
          <a:p>
            <a:pPr indent="0" lvl="0" marL="0" rtl="0" algn="l">
              <a:spcBef>
                <a:spcPts val="1200"/>
              </a:spcBef>
              <a:spcAft>
                <a:spcPts val="0"/>
              </a:spcAft>
              <a:buNone/>
            </a:pPr>
            <a:r>
              <a:rPr lang="en"/>
              <a:t>If you are speaking in haste, you are SINNING.</a:t>
            </a:r>
            <a:endParaRPr/>
          </a:p>
          <a:p>
            <a:pPr indent="0" lvl="0" marL="0" rtl="0" algn="l">
              <a:spcBef>
                <a:spcPts val="1200"/>
              </a:spcBef>
              <a:spcAft>
                <a:spcPts val="0"/>
              </a:spcAft>
              <a:buNone/>
            </a:pPr>
            <a:r>
              <a:rPr lang="en"/>
              <a:t>[Eze 13:19-20 YLT] Yea, ye pierce Me concerning My people, For handfuls of barley, And for pieces of bread, to put to death Souls that should not die, And to keep alive souls that should not live, By your lying to My people -- hearkening to lies. Therefore, thus said the Lord Jehovah: Lo, I [am] against your pillows, With which ye are hunting there the souls of the flourishing, And I have rent them from off your arms, </a:t>
            </a:r>
            <a:r>
              <a:rPr b="1" lang="en"/>
              <a:t>And have sent away the souls that ye are hunting</a:t>
            </a:r>
            <a:r>
              <a:rPr lang="en"/>
              <a:t>,(fishing is another form of hunting, using a net to capture men) The souls of the flourishing.</a:t>
            </a:r>
            <a:endParaRPr/>
          </a:p>
          <a:p>
            <a:pPr indent="0" lvl="0" marL="0" rtl="0" algn="l">
              <a:spcBef>
                <a:spcPts val="1200"/>
              </a:spcBef>
              <a:spcAft>
                <a:spcPts val="1200"/>
              </a:spcAft>
              <a:buNone/>
            </a:pPr>
            <a:r>
              <a:rPr lang="en"/>
              <a:t>[Eze 13:22 YLT] </a:t>
            </a:r>
            <a:r>
              <a:rPr b="1" lang="en"/>
              <a:t>Because of paining the heart of the righteous with falsehood</a:t>
            </a:r>
            <a:r>
              <a:rPr lang="en"/>
              <a:t>, And I have not pained it, And strengthening the hands of the wicked, So as not to turn back from his evil way, To keep him alive,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0"/>
          <p:cNvSpPr txBox="1"/>
          <p:nvPr>
            <p:ph type="title"/>
          </p:nvPr>
        </p:nvSpPr>
        <p:spPr>
          <a:xfrm>
            <a:off x="1303800" y="30742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Bearing false witness against the righteous</a:t>
            </a:r>
            <a:endParaRPr/>
          </a:p>
        </p:txBody>
      </p:sp>
      <p:sp>
        <p:nvSpPr>
          <p:cNvPr id="320" name="Google Shape;320;p20"/>
          <p:cNvSpPr txBox="1"/>
          <p:nvPr>
            <p:ph idx="1" type="body"/>
          </p:nvPr>
        </p:nvSpPr>
        <p:spPr>
          <a:xfrm>
            <a:off x="1303800" y="804100"/>
            <a:ext cx="7030500" cy="4159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One of the lies of Christianity that they use to shame you is that you need, “</a:t>
            </a:r>
            <a:r>
              <a:rPr b="1" lang="en"/>
              <a:t>child like faith</a:t>
            </a:r>
            <a:r>
              <a:rPr lang="en"/>
              <a:t>” because they do not want you questioning their lies or Paul’s lies or the contradictions in the Gospels that prove either Jesus was a double-minded liar or the men who compiled and wrote the Gospels were.</a:t>
            </a:r>
            <a:endParaRPr/>
          </a:p>
          <a:p>
            <a:pPr indent="0" lvl="0" marL="0" rtl="0" algn="l">
              <a:spcBef>
                <a:spcPts val="1200"/>
              </a:spcBef>
              <a:spcAft>
                <a:spcPts val="0"/>
              </a:spcAft>
              <a:buNone/>
            </a:pPr>
            <a:r>
              <a:rPr lang="en"/>
              <a:t>However, the term “</a:t>
            </a:r>
            <a:r>
              <a:rPr b="1" lang="en"/>
              <a:t>child like faith</a:t>
            </a:r>
            <a:r>
              <a:rPr lang="en"/>
              <a:t>” isn’t even in the Bible - it’s an invention of men that they have pushed into the minds and hearts of their adherents, to keep you blind. YHWH doesn’t want blind faith, nor does he want you to trust him without reason. Abraham did not blindly trust YHWH, he had seen what YHWH had done for him and trusted he would fulfill his other promises. The prophet Isaiah tells us, YHWH wants us to </a:t>
            </a:r>
            <a:r>
              <a:rPr b="1" lang="en"/>
              <a:t>REASON</a:t>
            </a:r>
            <a:r>
              <a:rPr lang="en"/>
              <a:t> with Him. Not to trust him blindly, not to just have “child like faith” or “faith like a mustard seed” (the words actually in the bible) NOT AT ALL, he wants YOUR REASON, YOUR INTELLECT.</a:t>
            </a:r>
            <a:endParaRPr/>
          </a:p>
          <a:p>
            <a:pPr indent="0" lvl="0" marL="0" rtl="0" algn="l">
              <a:spcBef>
                <a:spcPts val="1200"/>
              </a:spcBef>
              <a:spcAft>
                <a:spcPts val="0"/>
              </a:spcAft>
              <a:buNone/>
            </a:pPr>
            <a:r>
              <a:rPr lang="en"/>
              <a:t>[Mat 18:1-5 YLT] At that hour came the disciples near to Jesus, saying, '</a:t>
            </a:r>
            <a:r>
              <a:rPr b="1" lang="en"/>
              <a:t>Who, now, is greater in the reign of the heavens?</a:t>
            </a:r>
            <a:r>
              <a:rPr lang="en"/>
              <a:t>' And Jesus having called near a child, did set him in the midst of them, and said, 'Verily I say to you, if ye may not be turned and become as the children, ye may not enter into the reign of the heavens; whoever </a:t>
            </a:r>
            <a:r>
              <a:rPr b="1" lang="en"/>
              <a:t>then may humble himself as this child</a:t>
            </a:r>
            <a:r>
              <a:rPr lang="en"/>
              <a:t>, he is the greater in the reign of the heavens. 'And he who may receive one such child </a:t>
            </a:r>
            <a:r>
              <a:rPr b="1" lang="en"/>
              <a:t>in my name</a:t>
            </a:r>
            <a:r>
              <a:rPr lang="en"/>
              <a:t>, doth receive me,</a:t>
            </a:r>
            <a:endParaRPr/>
          </a:p>
          <a:p>
            <a:pPr indent="0" lvl="0" marL="0" rtl="0" algn="l">
              <a:spcBef>
                <a:spcPts val="1200"/>
              </a:spcBef>
              <a:spcAft>
                <a:spcPts val="0"/>
              </a:spcAft>
              <a:buNone/>
            </a:pPr>
            <a:r>
              <a:rPr lang="en"/>
              <a:t>This whole situation was about self-exaltation. And Jesus </a:t>
            </a:r>
            <a:r>
              <a:rPr lang="en"/>
              <a:t>once again according to the Gospels - NOT acting or behaving like humble Moses, but </a:t>
            </a:r>
            <a:r>
              <a:rPr b="1" lang="en"/>
              <a:t>EXALTING HIMSELF</a:t>
            </a:r>
            <a:r>
              <a:rPr lang="en"/>
              <a:t> but telling his disciples to have the humility of little children. We should humble ourselves as Children - this is a truthful message, it’s what Moses did. However, we </a:t>
            </a:r>
            <a:r>
              <a:rPr b="1" lang="en"/>
              <a:t>SHOULD NOT</a:t>
            </a:r>
            <a:r>
              <a:rPr lang="en"/>
              <a:t> receive anyone in HIS NAME, as </a:t>
            </a:r>
            <a:r>
              <a:rPr b="1" lang="en"/>
              <a:t>he is NOT GOD</a:t>
            </a:r>
            <a:r>
              <a:rPr lang="en"/>
              <a:t>. This is a power play, and an example of why HE COULD NOT BE THE MESSIAH, or in Greek the CHRISTOS (anointed one).</a:t>
            </a:r>
            <a:endParaRPr/>
          </a:p>
          <a:p>
            <a:pPr indent="0" lvl="0" marL="0" rtl="0" algn="l">
              <a:spcBef>
                <a:spcPts val="1200"/>
              </a:spcBef>
              <a:spcAft>
                <a:spcPts val="1200"/>
              </a:spcAft>
              <a:buNone/>
            </a:pPr>
            <a:r>
              <a:rPr lang="en"/>
              <a:t>IMO - this is an example of an addition by later editors to elevate Jesus. Yehudah did not speak like this and would never speak like this.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would the Messiah have done?</a:t>
            </a:r>
            <a:endParaRPr/>
          </a:p>
        </p:txBody>
      </p:sp>
      <p:sp>
        <p:nvSpPr>
          <p:cNvPr id="326" name="Google Shape;326;p21"/>
          <p:cNvSpPr txBox="1"/>
          <p:nvPr>
            <p:ph idx="1" type="body"/>
          </p:nvPr>
        </p:nvSpPr>
        <p:spPr>
          <a:xfrm>
            <a:off x="1303800" y="1268550"/>
            <a:ext cx="7030500" cy="37293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[Isa 11:1-3 YLT] And a rod hath come out from the stock of Jesse, And a branch from his roots is fruitful. Rested on him hath the Spirit of Jehovah, The spirit of wisdom and understanding, The spirit of counsel and might, </a:t>
            </a:r>
            <a:r>
              <a:rPr b="1" lang="en"/>
              <a:t>The spirit of knowledge and </a:t>
            </a:r>
            <a:r>
              <a:rPr b="1" lang="en" u="sng"/>
              <a:t>fear</a:t>
            </a:r>
            <a:r>
              <a:rPr b="1" lang="en"/>
              <a:t> of Jehovah</a:t>
            </a:r>
            <a:r>
              <a:rPr lang="en"/>
              <a:t>. To</a:t>
            </a:r>
            <a:r>
              <a:rPr b="1" lang="en"/>
              <a:t> refresh (TEACH) him in the fear of Jehovah</a:t>
            </a:r>
            <a:r>
              <a:rPr lang="en"/>
              <a:t>, And by the sight of his eyes he judgeth not, Nor by the hearing of his ears decideth.</a:t>
            </a:r>
            <a:endParaRPr/>
          </a:p>
          <a:p>
            <a:pPr indent="0" lvl="0" marL="0" rtl="0" algn="l">
              <a:spcBef>
                <a:spcPts val="1200"/>
              </a:spcBef>
              <a:spcAft>
                <a:spcPts val="0"/>
              </a:spcAft>
              <a:buNone/>
            </a:pPr>
            <a:r>
              <a:rPr lang="en"/>
              <a:t>The Messiah will only teach the fear of YHWH, he will only bow to the NAME of YHWH. He would not tell us to do anything in his name, nor pray in his name, nor that we must have faith in his name, or that we cannot deny him. This is pagan religion, a cult trying to bind you to a man and keep you from the glory of YHWH.</a:t>
            </a:r>
            <a:endParaRPr/>
          </a:p>
          <a:p>
            <a:pPr indent="0" lvl="0" marL="0" rtl="0" algn="l">
              <a:spcBef>
                <a:spcPts val="1200"/>
              </a:spcBef>
              <a:spcAft>
                <a:spcPts val="0"/>
              </a:spcAft>
              <a:buNone/>
            </a:pPr>
            <a:r>
              <a:rPr lang="en"/>
              <a:t>[Mal 1:6 YLT] A son honoureth a father, and a servant his master. </a:t>
            </a:r>
            <a:r>
              <a:rPr b="1" lang="en"/>
              <a:t>And if I [am] a father, where [is] Mine honour?</a:t>
            </a:r>
            <a:r>
              <a:rPr lang="en"/>
              <a:t> And if I [am] a master, where [is] My fear? Said Jehovah of Hosts to you, O priests, despising My name! And ye have said: '</a:t>
            </a:r>
            <a:r>
              <a:rPr b="1" lang="en"/>
              <a:t>In what have we despised Thy name</a:t>
            </a:r>
            <a:r>
              <a:rPr lang="en"/>
              <a:t>?'</a:t>
            </a:r>
            <a:endParaRPr/>
          </a:p>
          <a:p>
            <a:pPr indent="0" lvl="0" marL="0" rtl="0" algn="l">
              <a:spcBef>
                <a:spcPts val="1200"/>
              </a:spcBef>
              <a:spcAft>
                <a:spcPts val="0"/>
              </a:spcAft>
              <a:buNone/>
            </a:pPr>
            <a:r>
              <a:rPr lang="en"/>
              <a:t>Religion has taught you to DESPISE the name YHWH, to call him “THE LORD”, “JESUS”, “HASHEM”, “ALLAH”, etc.</a:t>
            </a:r>
            <a:endParaRPr/>
          </a:p>
          <a:p>
            <a:pPr indent="0" lvl="0" marL="0" rtl="0" algn="l">
              <a:spcBef>
                <a:spcPts val="1200"/>
              </a:spcBef>
              <a:spcAft>
                <a:spcPts val="1200"/>
              </a:spcAft>
              <a:buNone/>
            </a:pPr>
            <a:r>
              <a:rPr lang="en"/>
              <a:t>They have all blinded you from the truth. They all claim that through their rites and rituals can you know God. YHWH is wanting to have a relationship with each of us. It’s what he wanted at Sinai but they cried out for a mediator, for Moses to intercede between us and YHWH. When the Messiah comes, we will </a:t>
            </a:r>
            <a:r>
              <a:rPr b="1" lang="en"/>
              <a:t>ALL KNOW YHWH</a:t>
            </a:r>
            <a:r>
              <a:rPr lang="en"/>
              <a:t>. His purpose is not to intercede, but to bring the kingdom of God down to Earth.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2"/>
          <p:cNvSpPr txBox="1"/>
          <p:nvPr>
            <p:ph type="title"/>
          </p:nvPr>
        </p:nvSpPr>
        <p:spPr>
          <a:xfrm>
            <a:off x="1303800" y="30742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Gaslit for their pleasure</a:t>
            </a:r>
            <a:endParaRPr/>
          </a:p>
        </p:txBody>
      </p:sp>
      <p:sp>
        <p:nvSpPr>
          <p:cNvPr id="332" name="Google Shape;332;p22"/>
          <p:cNvSpPr txBox="1"/>
          <p:nvPr>
            <p:ph idx="1" type="body"/>
          </p:nvPr>
        </p:nvSpPr>
        <p:spPr>
          <a:xfrm>
            <a:off x="1303800" y="811025"/>
            <a:ext cx="7030500" cy="41937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The third rule for knowing you are in a cult is that they pressure you intensely to separate yourself from your family. It’s one of the red flags YHWH immediately opened my eyes to in Luke.</a:t>
            </a:r>
            <a:endParaRPr/>
          </a:p>
          <a:p>
            <a:pPr indent="0" lvl="0" marL="0" rtl="0" algn="l">
              <a:spcBef>
                <a:spcPts val="1200"/>
              </a:spcBef>
              <a:spcAft>
                <a:spcPts val="0"/>
              </a:spcAft>
              <a:buNone/>
            </a:pPr>
            <a:r>
              <a:rPr lang="en"/>
              <a:t>[Luk 14:26 NIV] "If anyone comes to me and </a:t>
            </a:r>
            <a:r>
              <a:rPr b="1" lang="en"/>
              <a:t>does not hate father and mother, wife and children, brothers and sisters--yes, even their own life--such a person cannot be my disciple</a:t>
            </a:r>
            <a:r>
              <a:rPr lang="en"/>
              <a:t>.</a:t>
            </a:r>
            <a:endParaRPr/>
          </a:p>
          <a:p>
            <a:pPr indent="0" lvl="0" marL="0" rtl="0" algn="l">
              <a:spcBef>
                <a:spcPts val="1200"/>
              </a:spcBef>
              <a:spcAft>
                <a:spcPts val="0"/>
              </a:spcAft>
              <a:buNone/>
            </a:pPr>
            <a:r>
              <a:rPr lang="en"/>
              <a:t>Which goes along with this:</a:t>
            </a:r>
            <a:endParaRPr/>
          </a:p>
          <a:p>
            <a:pPr indent="0" lvl="0" marL="0" rtl="0" algn="l">
              <a:spcBef>
                <a:spcPts val="1200"/>
              </a:spcBef>
              <a:spcAft>
                <a:spcPts val="0"/>
              </a:spcAft>
              <a:buNone/>
            </a:pPr>
            <a:r>
              <a:rPr lang="en"/>
              <a:t>[Mat 8:21-22 NIV] Another disciple said to him, "</a:t>
            </a:r>
            <a:r>
              <a:rPr b="1" lang="en"/>
              <a:t>Lord, first let me go and bury my father.</a:t>
            </a:r>
            <a:r>
              <a:rPr lang="en"/>
              <a:t>" But Jesus told him, "Follow me, and let the dead bury their own dead."</a:t>
            </a:r>
            <a:endParaRPr/>
          </a:p>
          <a:p>
            <a:pPr indent="0" lvl="0" marL="0" rtl="0" algn="l">
              <a:spcBef>
                <a:spcPts val="1200"/>
              </a:spcBef>
              <a:spcAft>
                <a:spcPts val="0"/>
              </a:spcAft>
              <a:buNone/>
            </a:pPr>
            <a:r>
              <a:rPr lang="en"/>
              <a:t>These are both violations of YHWH Torah. This is why you know Messianics even, pursuing the Father’s instructions </a:t>
            </a:r>
            <a:r>
              <a:rPr b="1" lang="en"/>
              <a:t>DO NOT HAVE TORAH WITH THEM</a:t>
            </a:r>
            <a:r>
              <a:rPr lang="en"/>
              <a:t>.</a:t>
            </a:r>
            <a:endParaRPr/>
          </a:p>
          <a:p>
            <a:pPr indent="-298768" lvl="0" marL="457200" rtl="0" algn="l">
              <a:spcBef>
                <a:spcPts val="1200"/>
              </a:spcBef>
              <a:spcAft>
                <a:spcPts val="0"/>
              </a:spcAft>
              <a:buSzPct val="100000"/>
              <a:buAutoNum type="arabicPeriod"/>
            </a:pPr>
            <a:r>
              <a:rPr lang="en"/>
              <a:t>You are commanded in the table of commandments, to HONOR </a:t>
            </a:r>
            <a:r>
              <a:rPr lang="en"/>
              <a:t>your</a:t>
            </a:r>
            <a:r>
              <a:rPr lang="en"/>
              <a:t> father and mother, NOT TO HATE THEM. </a:t>
            </a:r>
            <a:endParaRPr/>
          </a:p>
          <a:p>
            <a:pPr indent="-298768" lvl="0" marL="457200" rtl="0" algn="l">
              <a:spcBef>
                <a:spcPts val="0"/>
              </a:spcBef>
              <a:spcAft>
                <a:spcPts val="0"/>
              </a:spcAft>
              <a:buSzPct val="100000"/>
              <a:buAutoNum type="arabicPeriod"/>
            </a:pPr>
            <a:r>
              <a:rPr lang="en"/>
              <a:t>You are commanded in the table of commandments to LOVE YOUR LIFE, to CHOOSE LIFE, not death. There is no way a Messiah of YHWH would tell anyone to HATE THEIR OWN LIFE.</a:t>
            </a:r>
            <a:endParaRPr/>
          </a:p>
          <a:p>
            <a:pPr indent="-298768" lvl="0" marL="457200" rtl="0" algn="l">
              <a:spcBef>
                <a:spcPts val="0"/>
              </a:spcBef>
              <a:spcAft>
                <a:spcPts val="0"/>
              </a:spcAft>
              <a:buSzPct val="100000"/>
              <a:buAutoNum type="arabicPeriod"/>
            </a:pPr>
            <a:r>
              <a:rPr lang="en"/>
              <a:t>You are commanded in Torah to take care of your father and </a:t>
            </a:r>
            <a:r>
              <a:rPr lang="en"/>
              <a:t>mother</a:t>
            </a:r>
            <a:r>
              <a:rPr lang="en"/>
              <a:t> EVEN IN DEATH, to BURY THEM in a loving way is a Torah commandment. </a:t>
            </a:r>
            <a:endParaRPr/>
          </a:p>
          <a:p>
            <a:pPr indent="0" lvl="0" marL="0" rtl="0" algn="l">
              <a:spcBef>
                <a:spcPts val="1200"/>
              </a:spcBef>
              <a:spcAft>
                <a:spcPts val="0"/>
              </a:spcAft>
              <a:buNone/>
            </a:pPr>
            <a:r>
              <a:rPr lang="en"/>
              <a:t>When you stop listening to their lies, they gaslight you further - with words added by the redactors.</a:t>
            </a:r>
            <a:endParaRPr/>
          </a:p>
          <a:p>
            <a:pPr indent="0" lvl="0" marL="0" rtl="0" algn="l">
              <a:spcBef>
                <a:spcPts val="1200"/>
              </a:spcBef>
              <a:spcAft>
                <a:spcPts val="1200"/>
              </a:spcAft>
              <a:buNone/>
            </a:pPr>
            <a:r>
              <a:rPr lang="en"/>
              <a:t>[Mat 10:32-33 NIV] "Whoever acknowledges me before others, I will also acknowledge before my Father in heaven.  </a:t>
            </a:r>
            <a:r>
              <a:rPr b="1" lang="en"/>
              <a:t>But whoever disowns me before others, I will disown before my Father in heaven</a:t>
            </a:r>
            <a:r>
              <a:rPr lang="en"/>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More gaslighting from John</a:t>
            </a:r>
            <a:endParaRPr/>
          </a:p>
        </p:txBody>
      </p:sp>
      <p:sp>
        <p:nvSpPr>
          <p:cNvPr id="338" name="Google Shape;338;p23"/>
          <p:cNvSpPr txBox="1"/>
          <p:nvPr>
            <p:ph idx="1" type="body"/>
          </p:nvPr>
        </p:nvSpPr>
        <p:spPr>
          <a:xfrm>
            <a:off x="1303800" y="1143775"/>
            <a:ext cx="7030500" cy="39303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[1Jo 2:22 NIV] Who is the liar? </a:t>
            </a:r>
            <a:r>
              <a:rPr b="1" lang="en"/>
              <a:t>It is whoever denies that Jesus is the Christ</a:t>
            </a:r>
            <a:r>
              <a:rPr lang="en"/>
              <a:t>.</a:t>
            </a:r>
            <a:r>
              <a:rPr b="1" lang="en"/>
              <a:t> Such a person is the antichrist</a:t>
            </a:r>
            <a:r>
              <a:rPr lang="en"/>
              <a:t>--</a:t>
            </a:r>
            <a:r>
              <a:rPr b="1" lang="en"/>
              <a:t>denying the Father and the Son. (GO BACK TO SLIDE 9)</a:t>
            </a:r>
            <a:endParaRPr b="1"/>
          </a:p>
          <a:p>
            <a:pPr indent="0" lvl="0" marL="0" rtl="0" algn="l">
              <a:spcBef>
                <a:spcPts val="1200"/>
              </a:spcBef>
              <a:spcAft>
                <a:spcPts val="0"/>
              </a:spcAft>
              <a:buNone/>
            </a:pPr>
            <a:r>
              <a:rPr lang="en"/>
              <a:t>To deny the Son is to deny the Father, and if you deny the son you are ANTICHRIST. You know how many times I’ve been called this for questioning the contradictions of the NT? This is GASLIGHTING me, making me feel un-necessarily guilty for not denying everything including myself to accept the </a:t>
            </a:r>
            <a:r>
              <a:rPr b="1" lang="en"/>
              <a:t>SON OVER THE FATHER.</a:t>
            </a:r>
            <a:endParaRPr b="1"/>
          </a:p>
          <a:p>
            <a:pPr indent="0" lvl="0" marL="0" rtl="0" algn="l">
              <a:spcBef>
                <a:spcPts val="1200"/>
              </a:spcBef>
              <a:spcAft>
                <a:spcPts val="0"/>
              </a:spcAft>
              <a:buNone/>
            </a:pPr>
            <a:r>
              <a:rPr lang="en"/>
              <a:t>None of the instructions from Moses tell you to elevate the Son to such a degree. None of the instructions of Torah tells us that, “whoever denies the Son or that Jesus is the Christ is antichrist” There is no such thing as antichrist in Torah or the Prophets. It’s not even something that is possible. This is part of the deception though, when John or someone else said “Christos” (The Greek) they were calling him the anointed one, the “Messiah” (Hebrew). </a:t>
            </a:r>
            <a:endParaRPr/>
          </a:p>
          <a:p>
            <a:pPr indent="0" lvl="0" marL="0" rtl="0" algn="l">
              <a:spcBef>
                <a:spcPts val="1200"/>
              </a:spcBef>
              <a:spcAft>
                <a:spcPts val="0"/>
              </a:spcAft>
              <a:buNone/>
            </a:pPr>
            <a:r>
              <a:rPr lang="en"/>
              <a:t>But when the Hebrew word Messiah appears it’s TRANSLATED and not TRANSLITERATED except in Daniel 9 which they tried to make about Jesus. This is also part of the Gaslighting. Hiding meaning in transliteration or obfuscation, or just outright lies like the “Son of the Morning star” which they used the Latin Vulgate translation of Lucifer, to mask that in Revelation Jesus is called, “the Son of the Morning star”.</a:t>
            </a:r>
            <a:endParaRPr/>
          </a:p>
          <a:p>
            <a:pPr indent="0" lvl="0" marL="0" rtl="0" algn="l">
              <a:spcBef>
                <a:spcPts val="1200"/>
              </a:spcBef>
              <a:spcAft>
                <a:spcPts val="0"/>
              </a:spcAft>
              <a:buNone/>
            </a:pPr>
            <a:r>
              <a:rPr b="1" lang="en"/>
              <a:t>If Jesus was TRULY the Messiah, there would be no question about it </a:t>
            </a:r>
            <a:r>
              <a:rPr lang="en"/>
              <a:t>- and I’ve talked about this in great length. Isaiah 40:5 says </a:t>
            </a:r>
            <a:r>
              <a:rPr b="1" lang="en" u="sng"/>
              <a:t>ALL PEOPLE</a:t>
            </a:r>
            <a:r>
              <a:rPr lang="en"/>
              <a:t> </a:t>
            </a:r>
            <a:r>
              <a:rPr b="1" lang="en"/>
              <a:t>will see the glory of YHWH</a:t>
            </a:r>
            <a:r>
              <a:rPr lang="en"/>
              <a:t> when the Messiah comes. Jeremiah 31:31-34, about the renewed covenant says the same thing - </a:t>
            </a:r>
            <a:r>
              <a:rPr b="1" lang="en" u="sng"/>
              <a:t>ALL people</a:t>
            </a:r>
            <a:r>
              <a:rPr b="1" lang="en"/>
              <a:t> will KNOW Yehowah</a:t>
            </a:r>
            <a:r>
              <a:rPr lang="en"/>
              <a:t>, and will serve him through his Torah (instructions).</a:t>
            </a:r>
            <a:endParaRPr/>
          </a:p>
          <a:p>
            <a:pPr indent="0" lvl="0" marL="0" rtl="0" algn="l">
              <a:spcBef>
                <a:spcPts val="1200"/>
              </a:spcBef>
              <a:spcAft>
                <a:spcPts val="1200"/>
              </a:spcAft>
              <a:buNone/>
            </a:pPr>
            <a:r>
              <a:rPr lang="en"/>
              <a:t>When the anointed (Messiah) David was presented with an opportunity to kill the anointed (messiah) Saul, he said HE COULD NOT BE ANTI MESSIAH/CHRIST/ANOINTED as NO ONE can stand against YHWH anointed. </a:t>
            </a:r>
            <a:r>
              <a:rPr b="1" lang="en"/>
              <a:t>NOT EVEN THE WICKED KING SAUL</a:t>
            </a:r>
            <a:r>
              <a:rPr lang="en"/>
              <a:t>! IT IS NOT POSSIBLE FOR ANYONE TO BE ANTI MESSIAH, YHWH WOULD NOT ALLOW IT.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4"/>
          <p:cNvSpPr txBox="1"/>
          <p:nvPr>
            <p:ph type="title"/>
          </p:nvPr>
        </p:nvSpPr>
        <p:spPr>
          <a:xfrm>
            <a:off x="1303800" y="57900"/>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Fourth rule of Cult Club</a:t>
            </a:r>
            <a:endParaRPr/>
          </a:p>
        </p:txBody>
      </p:sp>
      <p:sp>
        <p:nvSpPr>
          <p:cNvPr id="344" name="Google Shape;344;p24"/>
          <p:cNvSpPr txBox="1"/>
          <p:nvPr>
            <p:ph idx="1" type="body"/>
          </p:nvPr>
        </p:nvSpPr>
        <p:spPr>
          <a:xfrm>
            <a:off x="1303800" y="811025"/>
            <a:ext cx="7030500" cy="3720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The fourth rule of any cult is this - they will insult you, and demean you. Really this is where gaslighting comes into it’s own and Paul is the king of this.</a:t>
            </a:r>
            <a:endParaRPr/>
          </a:p>
          <a:p>
            <a:pPr indent="0" lvl="0" marL="0" rtl="0" algn="l">
              <a:spcBef>
                <a:spcPts val="1200"/>
              </a:spcBef>
              <a:spcAft>
                <a:spcPts val="0"/>
              </a:spcAft>
              <a:buNone/>
            </a:pPr>
            <a:r>
              <a:rPr lang="en"/>
              <a:t>[Gal 1:6-9 NKJV] I marvel that you are turning away so soon from Him who called you in the grace of Christ, to a different gospel, which is not another; but there are some who trouble you and want to pervert the gospel of Christ. But even if we, or an angel from heaven, preach any other gospel to you than what we have preached to you, let him be accursed. As we have said before, so now I say again, </a:t>
            </a:r>
            <a:r>
              <a:rPr b="1" lang="en"/>
              <a:t>if anyone preaches any other gospel to you than what you have received, let him be accursed</a:t>
            </a:r>
            <a:r>
              <a:rPr lang="en"/>
              <a:t>.</a:t>
            </a:r>
            <a:endParaRPr/>
          </a:p>
          <a:p>
            <a:pPr indent="0" lvl="0" marL="0" rtl="0" algn="l">
              <a:spcBef>
                <a:spcPts val="1200"/>
              </a:spcBef>
              <a:spcAft>
                <a:spcPts val="0"/>
              </a:spcAft>
              <a:buNone/>
            </a:pPr>
            <a:r>
              <a:rPr lang="en"/>
              <a:t>I can’t tell you how many of them have come at me insulting me, and reviling me for preaching that we need to repent and live righteously. They hate the truth - they hate righteousness.</a:t>
            </a:r>
            <a:endParaRPr/>
          </a:p>
          <a:p>
            <a:pPr indent="0" lvl="0" marL="0" rtl="0" algn="l">
              <a:spcBef>
                <a:spcPts val="1200"/>
              </a:spcBef>
              <a:spcAft>
                <a:spcPts val="0"/>
              </a:spcAft>
              <a:buNone/>
            </a:pPr>
            <a:r>
              <a:rPr lang="en"/>
              <a:t>[Phm 1:19 NKJV] I, Paul, am writing with my own hand. I will repay--</a:t>
            </a:r>
            <a:r>
              <a:rPr b="1" lang="en"/>
              <a:t>not to mention to you that you owe me even your own self besides.</a:t>
            </a:r>
            <a:endParaRPr b="1"/>
          </a:p>
          <a:p>
            <a:pPr indent="0" lvl="0" marL="0" rtl="0" algn="l">
              <a:spcBef>
                <a:spcPts val="1200"/>
              </a:spcBef>
              <a:spcAft>
                <a:spcPts val="1200"/>
              </a:spcAft>
              <a:buNone/>
            </a:pPr>
            <a:r>
              <a:rPr b="1" lang="en"/>
              <a:t>Don’t you know that you OWE ME YOUR SOUL?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5"/>
          <p:cNvSpPr txBox="1"/>
          <p:nvPr>
            <p:ph type="title"/>
          </p:nvPr>
        </p:nvSpPr>
        <p:spPr>
          <a:xfrm>
            <a:off x="1303800" y="113350"/>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Fifth measure of a cult</a:t>
            </a:r>
            <a:endParaRPr/>
          </a:p>
        </p:txBody>
      </p:sp>
      <p:sp>
        <p:nvSpPr>
          <p:cNvPr id="350" name="Google Shape;350;p25"/>
          <p:cNvSpPr txBox="1"/>
          <p:nvPr>
            <p:ph idx="1" type="body"/>
          </p:nvPr>
        </p:nvSpPr>
        <p:spPr>
          <a:xfrm>
            <a:off x="1303800" y="790250"/>
            <a:ext cx="7030500" cy="3741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The </a:t>
            </a:r>
            <a:r>
              <a:rPr lang="en"/>
              <a:t>fifth</a:t>
            </a:r>
            <a:r>
              <a:rPr lang="en"/>
              <a:t> rule is to use </a:t>
            </a:r>
            <a:r>
              <a:rPr b="1" lang="en"/>
              <a:t>shame</a:t>
            </a:r>
            <a:r>
              <a:rPr lang="en"/>
              <a:t>, the </a:t>
            </a:r>
            <a:r>
              <a:rPr lang="en"/>
              <a:t>centerpiece</a:t>
            </a:r>
            <a:r>
              <a:rPr lang="en"/>
              <a:t> of this lesson on the NT Gospel.</a:t>
            </a:r>
            <a:endParaRPr/>
          </a:p>
          <a:p>
            <a:pPr indent="0" lvl="0" marL="0" rtl="0" algn="l">
              <a:spcBef>
                <a:spcPts val="1200"/>
              </a:spcBef>
              <a:spcAft>
                <a:spcPts val="0"/>
              </a:spcAft>
              <a:buNone/>
            </a:pPr>
            <a:r>
              <a:rPr lang="en"/>
              <a:t>[Mat 5:48 NIV] Be perfect, therefore, as your heavenly Father is perfect.</a:t>
            </a:r>
            <a:endParaRPr/>
          </a:p>
          <a:p>
            <a:pPr indent="0" lvl="0" marL="0" rtl="0" algn="l">
              <a:spcBef>
                <a:spcPts val="1200"/>
              </a:spcBef>
              <a:spcAft>
                <a:spcPts val="0"/>
              </a:spcAft>
              <a:buNone/>
            </a:pPr>
            <a:r>
              <a:rPr lang="en"/>
              <a:t>Does Father require </a:t>
            </a:r>
            <a:r>
              <a:rPr b="1" lang="en"/>
              <a:t>PERFECTION</a:t>
            </a:r>
            <a:r>
              <a:rPr lang="en"/>
              <a:t>?</a:t>
            </a:r>
            <a:endParaRPr/>
          </a:p>
          <a:p>
            <a:pPr indent="0" lvl="0" marL="0" rtl="0" algn="l">
              <a:spcBef>
                <a:spcPts val="1200"/>
              </a:spcBef>
              <a:spcAft>
                <a:spcPts val="0"/>
              </a:spcAft>
              <a:buNone/>
            </a:pPr>
            <a:r>
              <a:rPr lang="en"/>
              <a:t>[Mic 6:6-8 NIV] With what shall I come before YHWH and bow down before the exalted God? Shall I come before him with burnt offerings, with calves a year old?  Will YHWH be pleased with thousands of rams, with ten thousand rivers of olive oil? Shall I offer my firstborn for my transgression, the fruit of my body for the sin of my soul? He has shown you, O mortal, what is good. </a:t>
            </a:r>
            <a:r>
              <a:rPr b="1" lang="en"/>
              <a:t>And what does YHWH require of you?</a:t>
            </a:r>
            <a:r>
              <a:rPr lang="en"/>
              <a:t> To act justly and to love mercy and to walk humbly with your God.</a:t>
            </a:r>
            <a:endParaRPr/>
          </a:p>
          <a:p>
            <a:pPr indent="0" lvl="0" marL="0" rtl="0" algn="l">
              <a:spcBef>
                <a:spcPts val="1200"/>
              </a:spcBef>
              <a:spcAft>
                <a:spcPts val="0"/>
              </a:spcAft>
              <a:buNone/>
            </a:pPr>
            <a:r>
              <a:rPr lang="en"/>
              <a:t>Father YHWH does not require you live perfectly, and this is part of the shame cycle and it starts with words of Jesus. (There are other examples here.) Like Paul:</a:t>
            </a:r>
            <a:endParaRPr/>
          </a:p>
          <a:p>
            <a:pPr indent="0" lvl="0" marL="0" rtl="0" algn="l">
              <a:spcBef>
                <a:spcPts val="1200"/>
              </a:spcBef>
              <a:spcAft>
                <a:spcPts val="0"/>
              </a:spcAft>
              <a:buNone/>
            </a:pPr>
            <a:r>
              <a:rPr lang="en"/>
              <a:t>[Rom 3:23 NIV] for all have sinned and </a:t>
            </a:r>
            <a:r>
              <a:rPr b="1" lang="en"/>
              <a:t>fall short of the glory of God</a:t>
            </a:r>
            <a:r>
              <a:rPr lang="en"/>
              <a:t>,</a:t>
            </a:r>
            <a:endParaRPr/>
          </a:p>
          <a:p>
            <a:pPr indent="0" lvl="0" marL="0" rtl="0" algn="l">
              <a:spcBef>
                <a:spcPts val="1200"/>
              </a:spcBef>
              <a:spcAft>
                <a:spcPts val="1200"/>
              </a:spcAft>
              <a:buNone/>
            </a:pPr>
            <a:r>
              <a:rPr lang="en"/>
              <a:t>Again is the standard, the GLORY of God for our behavior?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6"/>
          <p:cNvSpPr txBox="1"/>
          <p:nvPr>
            <p:ph type="title"/>
          </p:nvPr>
        </p:nvSpPr>
        <p:spPr>
          <a:xfrm>
            <a:off x="1303800" y="1202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Some of us have sinned </a:t>
            </a:r>
            <a:r>
              <a:rPr lang="en"/>
              <a:t>grievously</a:t>
            </a:r>
            <a:endParaRPr/>
          </a:p>
        </p:txBody>
      </p:sp>
      <p:sp>
        <p:nvSpPr>
          <p:cNvPr id="356" name="Google Shape;356;p26"/>
          <p:cNvSpPr txBox="1"/>
          <p:nvPr>
            <p:ph idx="1" type="body"/>
          </p:nvPr>
        </p:nvSpPr>
        <p:spPr>
          <a:xfrm>
            <a:off x="1303800" y="817975"/>
            <a:ext cx="7030500" cy="371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our lives, some of us have sinned extremely </a:t>
            </a:r>
            <a:r>
              <a:rPr lang="en"/>
              <a:t>grievously</a:t>
            </a:r>
            <a:r>
              <a:rPr lang="en"/>
              <a:t> against YHWH. I know when I was reading the Torah, the first five books of Moses it was this fact and the Torah that led me to believe I needed a </a:t>
            </a:r>
            <a:r>
              <a:rPr lang="en"/>
              <a:t>substitution for my sin. I had studied world religions, Judaism, Islam, Christianity. I believed I needed the bronze serpent, Jesus to cover my former sin.</a:t>
            </a:r>
            <a:endParaRPr/>
          </a:p>
          <a:p>
            <a:pPr indent="0" lvl="0" marL="0" rtl="0" algn="l">
              <a:spcBef>
                <a:spcPts val="1200"/>
              </a:spcBef>
              <a:spcAft>
                <a:spcPts val="0"/>
              </a:spcAft>
              <a:buNone/>
            </a:pPr>
            <a:r>
              <a:rPr lang="en"/>
              <a:t>The truth of the matter is - you do not need him. You don’t need him as an example, you have Moses, David, Isaiah and other righteous men to have as an example.</a:t>
            </a:r>
            <a:endParaRPr/>
          </a:p>
          <a:p>
            <a:pPr indent="0" lvl="0" marL="0" rtl="0" algn="l">
              <a:spcBef>
                <a:spcPts val="1200"/>
              </a:spcBef>
              <a:spcAft>
                <a:spcPts val="0"/>
              </a:spcAft>
              <a:buNone/>
            </a:pPr>
            <a:r>
              <a:rPr lang="en"/>
              <a:t>You don’t need him as a substitute as he cannot be a substitute for your sin. YHWH would not be just to demand the death of another man or “son of God” for our sin. This is what the Torah and the Prophets repeatedly say. Religion takes advantage of those of us who have sinned grievously and shames us into remaining in their fold. </a:t>
            </a:r>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7"/>
          <p:cNvSpPr txBox="1"/>
          <p:nvPr>
            <p:ph type="title"/>
          </p:nvPr>
        </p:nvSpPr>
        <p:spPr>
          <a:xfrm>
            <a:off x="1303800" y="11332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Amplifying the shame and guilt cycle</a:t>
            </a:r>
            <a:endParaRPr/>
          </a:p>
        </p:txBody>
      </p:sp>
      <p:sp>
        <p:nvSpPr>
          <p:cNvPr id="362" name="Google Shape;362;p27"/>
          <p:cNvSpPr txBox="1"/>
          <p:nvPr>
            <p:ph idx="1" type="body"/>
          </p:nvPr>
        </p:nvSpPr>
        <p:spPr>
          <a:xfrm>
            <a:off x="1303800" y="797175"/>
            <a:ext cx="7030500" cy="4235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[Heb 10:26-28 NKJV] For if we sin willfully after we have received the knowledge of the truth, there no longer remains a sacrifice for sins, but a certain fearful expectation of judgment, and fiery indignation which will devour the adversaries. Anyone who has rejected Moses' law dies without mercy on [the testimony of] two or three witnesses.</a:t>
            </a:r>
            <a:endParaRPr/>
          </a:p>
          <a:p>
            <a:pPr indent="0" lvl="0" marL="0" rtl="0" algn="l">
              <a:spcBef>
                <a:spcPts val="1200"/>
              </a:spcBef>
              <a:spcAft>
                <a:spcPts val="0"/>
              </a:spcAft>
              <a:buNone/>
            </a:pPr>
            <a:r>
              <a:rPr lang="en"/>
              <a:t>[2Pe 2:20-22 NKJV] For if, after they have escaped the pollutions of the world through the knowledge of the Lord and Savior Jesus Christ, they are again entangled in them and overcome, the latter end is worse for them than the beginning. For it would have been better for them not to have known the way of righteousness, than having known [it], to turn from the holy commandment delivered to them. But it has happened to them according to the true proverb: "A dog returns to his own vomit," and, "a sow, having washed, to her wallowing in the mire."</a:t>
            </a:r>
            <a:endParaRPr/>
          </a:p>
          <a:p>
            <a:pPr indent="0" lvl="0" marL="0" rtl="0" algn="l">
              <a:spcBef>
                <a:spcPts val="1200"/>
              </a:spcBef>
              <a:spcAft>
                <a:spcPts val="0"/>
              </a:spcAft>
              <a:buNone/>
            </a:pPr>
            <a:r>
              <a:rPr lang="en"/>
              <a:t>According to the NT if you are a recovering addict that wants to do what’s right, put your faith in Jesus for substitution and sin again, you are SCREWED. But this isn’t the only answer in the NT of course, it is also the Gospel in Matthew. Paul leaves open a door for continuing in sin (Romans 7) as does John (1 Jo 1:8-2:2). But John being a double minded author of the first century, also proclaims </a:t>
            </a:r>
            <a:r>
              <a:rPr b="1" lang="en"/>
              <a:t>Christians should be living without sin in their life.</a:t>
            </a:r>
            <a:r>
              <a:rPr lang="en"/>
              <a:t> (1 Jo 3:4-10, 5:16) These words confuse and amplify the guilt and shame cycle. </a:t>
            </a:r>
            <a:endParaRPr/>
          </a:p>
          <a:p>
            <a:pPr indent="0" lvl="0" marL="0" rtl="0" algn="l">
              <a:spcBef>
                <a:spcPts val="1200"/>
              </a:spcBef>
              <a:spcAft>
                <a:spcPts val="1200"/>
              </a:spcAft>
              <a:buNone/>
            </a:pPr>
            <a:r>
              <a:rPr lang="en"/>
              <a:t>YHWH doesn’t expect perfection. YHWH knows what you’ve been through, the PTSD you suffer from your past that causes you to fall back into the old ways, He knows you are trying.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8"/>
          <p:cNvSpPr txBox="1"/>
          <p:nvPr>
            <p:ph type="title"/>
          </p:nvPr>
        </p:nvSpPr>
        <p:spPr>
          <a:xfrm>
            <a:off x="1303800" y="120250"/>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Serious lack of reflection</a:t>
            </a:r>
            <a:endParaRPr/>
          </a:p>
        </p:txBody>
      </p:sp>
      <p:sp>
        <p:nvSpPr>
          <p:cNvPr id="368" name="Google Shape;368;p28"/>
          <p:cNvSpPr txBox="1"/>
          <p:nvPr>
            <p:ph idx="1" type="body"/>
          </p:nvPr>
        </p:nvSpPr>
        <p:spPr>
          <a:xfrm>
            <a:off x="1303800" y="804100"/>
            <a:ext cx="7030500" cy="37275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The most </a:t>
            </a:r>
            <a:r>
              <a:rPr lang="en"/>
              <a:t>important</a:t>
            </a:r>
            <a:r>
              <a:rPr lang="en"/>
              <a:t> aspect of true humility is the ability to pray, and reflect on your life and what you need to </a:t>
            </a:r>
            <a:r>
              <a:rPr lang="en"/>
              <a:t>improve</a:t>
            </a:r>
            <a:r>
              <a:rPr lang="en"/>
              <a:t>. I need to work on my patience and my ability to listen to others that I disagree with. I know these are weaknesses of mine. I know there are times still when someone close to me, insults or attacks me and I act like Jesus insulting them and not like Moses, getting on my face and crying out to YHWH for his hand in the matter. I’ve suffered a great deal of things in my life, all to Yah’s glory. I’ve been through things that have caused me a form of PTSD. </a:t>
            </a:r>
            <a:endParaRPr/>
          </a:p>
          <a:p>
            <a:pPr indent="0" lvl="0" marL="0" rtl="0" algn="l">
              <a:spcBef>
                <a:spcPts val="1200"/>
              </a:spcBef>
              <a:spcAft>
                <a:spcPts val="0"/>
              </a:spcAft>
              <a:buNone/>
            </a:pPr>
            <a:r>
              <a:rPr lang="en"/>
              <a:t>The shame is very real, and I think that’s part of what appealed me to the Holiness form of Christianity, of striving to BE YE PERFECT. There are various denominations that call the Holiness movement a “cult”, along with every other denomination or religious expression they deem is not of their God.</a:t>
            </a:r>
            <a:endParaRPr/>
          </a:p>
          <a:p>
            <a:pPr indent="0" lvl="0" marL="0" rtl="0" algn="l">
              <a:spcBef>
                <a:spcPts val="1200"/>
              </a:spcBef>
              <a:spcAft>
                <a:spcPts val="0"/>
              </a:spcAft>
              <a:buNone/>
            </a:pPr>
            <a:r>
              <a:rPr lang="en"/>
              <a:t>They will vociferously attack you and defend their expression of faith, using logic and reason, but </a:t>
            </a:r>
            <a:r>
              <a:rPr lang="en"/>
              <a:t>emotionally</a:t>
            </a:r>
            <a:r>
              <a:rPr lang="en"/>
              <a:t> bound to their faith they never reflect on how similar the NT is to the Book of Mormon. They never reflect that Paul’s experiences, his lies (which are recorded in the NT) all line up with Joseph Smith and Mohammed. They’ll definitely never reflect that Torah explicitly forbids any sort of human sacrifice, repeatedly so he cannot die for you or for anyone else. Torah repeatedly forbids the consumption of blood and even as a form of blood, this representation is an abomination.</a:t>
            </a:r>
            <a:endParaRPr/>
          </a:p>
          <a:p>
            <a:pPr indent="0" lvl="0" marL="0" rtl="0" algn="l">
              <a:spcBef>
                <a:spcPts val="1200"/>
              </a:spcBef>
              <a:spcAft>
                <a:spcPts val="1200"/>
              </a:spcAft>
              <a:buNone/>
            </a:pPr>
            <a:r>
              <a:rPr lang="en"/>
              <a:t>I’ll I’m asking you in this conclusion is to humble yourself and reflect on what you believe on what you do, and what you say.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9"/>
          <p:cNvSpPr txBox="1"/>
          <p:nvPr>
            <p:ph type="title"/>
          </p:nvPr>
        </p:nvSpPr>
        <p:spPr>
          <a:xfrm>
            <a:off x="1303800" y="15492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Dealing with the obvious </a:t>
            </a:r>
            <a:r>
              <a:rPr lang="en"/>
              <a:t>interlocutor</a:t>
            </a:r>
            <a:endParaRPr/>
          </a:p>
        </p:txBody>
      </p:sp>
      <p:sp>
        <p:nvSpPr>
          <p:cNvPr id="374" name="Google Shape;374;p29"/>
          <p:cNvSpPr txBox="1"/>
          <p:nvPr>
            <p:ph idx="1" type="body"/>
          </p:nvPr>
        </p:nvSpPr>
        <p:spPr>
          <a:xfrm>
            <a:off x="1303800" y="797175"/>
            <a:ext cx="7030500" cy="42423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The obvious Christian response is Romans 8:1 - that those in Christ will no longer be ashamed. The problem with this is that you </a:t>
            </a:r>
            <a:r>
              <a:rPr i="1" lang="en"/>
              <a:t>should</a:t>
            </a:r>
            <a:r>
              <a:rPr lang="en"/>
              <a:t> </a:t>
            </a:r>
            <a:r>
              <a:rPr i="1" lang="en"/>
              <a:t>be ashamed</a:t>
            </a:r>
            <a:r>
              <a:rPr lang="en"/>
              <a:t>. Human sacrifice cannot remove sin, human sacrifice cannot remove your shame before God. When I speak of the Gospel of shame, I’m not saying if you are an unrighteous person, doing sinful things that you should not feel ashamed, fulfilling the prophesy:</a:t>
            </a:r>
            <a:endParaRPr/>
          </a:p>
          <a:p>
            <a:pPr indent="0" lvl="0" marL="0" rtl="0" algn="l">
              <a:spcBef>
                <a:spcPts val="1200"/>
              </a:spcBef>
              <a:spcAft>
                <a:spcPts val="0"/>
              </a:spcAft>
              <a:buNone/>
            </a:pPr>
            <a:r>
              <a:rPr lang="en"/>
              <a:t>[Psa 10:6 NASB95] He says to himself, "</a:t>
            </a:r>
            <a:r>
              <a:rPr b="1" lang="en"/>
              <a:t>I will not be moved</a:t>
            </a:r>
            <a:r>
              <a:rPr lang="en"/>
              <a:t>; Throughout all generations I will not be in adversity."</a:t>
            </a:r>
            <a:endParaRPr/>
          </a:p>
          <a:p>
            <a:pPr indent="0" lvl="0" marL="0" rtl="0" algn="l">
              <a:spcBef>
                <a:spcPts val="1200"/>
              </a:spcBef>
              <a:spcAft>
                <a:spcPts val="0"/>
              </a:spcAft>
              <a:buNone/>
            </a:pPr>
            <a:r>
              <a:rPr lang="en"/>
              <a:t>Who says this? The idolater, the sinner says this to God, believing that YHWH cannot see their sin.</a:t>
            </a:r>
            <a:endParaRPr/>
          </a:p>
          <a:p>
            <a:pPr indent="0" lvl="0" marL="0" rtl="0" algn="l">
              <a:spcBef>
                <a:spcPts val="1200"/>
              </a:spcBef>
              <a:spcAft>
                <a:spcPts val="0"/>
              </a:spcAft>
              <a:buNone/>
            </a:pPr>
            <a:r>
              <a:rPr lang="en"/>
              <a:t>[Psa 10:11 NASB95] He says to himself, "</a:t>
            </a:r>
            <a:r>
              <a:rPr b="1" lang="en"/>
              <a:t>God has forgotten; He has hidden His face</a:t>
            </a:r>
            <a:r>
              <a:rPr lang="en"/>
              <a:t>; </a:t>
            </a:r>
            <a:r>
              <a:rPr b="1" lang="en"/>
              <a:t>He will never see it.</a:t>
            </a:r>
            <a:r>
              <a:rPr lang="en"/>
              <a:t>"</a:t>
            </a:r>
            <a:endParaRPr/>
          </a:p>
          <a:p>
            <a:pPr indent="0" lvl="0" marL="0" rtl="0" algn="l">
              <a:spcBef>
                <a:spcPts val="1200"/>
              </a:spcBef>
              <a:spcAft>
                <a:spcPts val="0"/>
              </a:spcAft>
              <a:buNone/>
            </a:pPr>
            <a:r>
              <a:rPr lang="en"/>
              <a:t>Which is what </a:t>
            </a:r>
            <a:r>
              <a:rPr lang="en" u="sng"/>
              <a:t>EVERY</a:t>
            </a:r>
            <a:r>
              <a:rPr lang="en"/>
              <a:t> Christian tells me. When they sin, God has hidden his face, and sees the righteousness of Jesus - not their sin. So </a:t>
            </a:r>
            <a:r>
              <a:rPr lang="en"/>
              <a:t>while</a:t>
            </a:r>
            <a:r>
              <a:rPr lang="en"/>
              <a:t> preaching they are righteous through the imputed righteousness of Jesus, they preach that you a righteous Torah observing man or woman are wicked and should feel ashamed, because you don’t have Jesus in your heart.</a:t>
            </a:r>
            <a:endParaRPr/>
          </a:p>
          <a:p>
            <a:pPr indent="0" lvl="0" marL="0" rtl="0" algn="l">
              <a:spcBef>
                <a:spcPts val="1200"/>
              </a:spcBef>
              <a:spcAft>
                <a:spcPts val="0"/>
              </a:spcAft>
              <a:buNone/>
            </a:pPr>
            <a:r>
              <a:rPr b="1" lang="en"/>
              <a:t>THAT</a:t>
            </a:r>
            <a:r>
              <a:rPr lang="en"/>
              <a:t> is the Gospel of shame, </a:t>
            </a:r>
            <a:r>
              <a:rPr b="1" lang="en"/>
              <a:t>preaching shame to RIGHTEOUS men and women</a:t>
            </a:r>
            <a:r>
              <a:rPr lang="en"/>
              <a:t>.</a:t>
            </a:r>
            <a:endParaRPr/>
          </a:p>
          <a:p>
            <a:pPr indent="0" lvl="0" marL="0" rtl="0" algn="l">
              <a:spcBef>
                <a:spcPts val="1200"/>
              </a:spcBef>
              <a:spcAft>
                <a:spcPts val="0"/>
              </a:spcAft>
              <a:buNone/>
            </a:pPr>
            <a:r>
              <a:rPr lang="en"/>
              <a:t>[Eze 13:22 NASB95] "</a:t>
            </a:r>
            <a:r>
              <a:rPr b="1" lang="en"/>
              <a:t>Because you disheartened the righteous with falsehood</a:t>
            </a:r>
            <a:r>
              <a:rPr lang="en"/>
              <a:t> when I did not cause him grief, but have encouraged the wicked not to turn from his wicked way [and] preserve his life,</a:t>
            </a:r>
            <a:endParaRPr/>
          </a:p>
          <a:p>
            <a:pPr indent="0" lvl="0" marL="0" rtl="0" algn="l">
              <a:spcBef>
                <a:spcPts val="1200"/>
              </a:spcBef>
              <a:spcAft>
                <a:spcPts val="1200"/>
              </a:spcAft>
              <a:buNone/>
            </a:pPr>
            <a:r>
              <a:rPr lang="en"/>
              <a:t>They strive to make you feel ashamed for denying the Son of God, that it’s the most </a:t>
            </a:r>
            <a:r>
              <a:rPr lang="en"/>
              <a:t>grievous</a:t>
            </a:r>
            <a:r>
              <a:rPr lang="en"/>
              <a:t> sin under heaven!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0"/>
          <p:cNvSpPr txBox="1"/>
          <p:nvPr>
            <p:ph type="title"/>
          </p:nvPr>
        </p:nvSpPr>
        <p:spPr>
          <a:xfrm>
            <a:off x="1303800" y="92550"/>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Living righteously redeems your soul</a:t>
            </a:r>
            <a:endParaRPr/>
          </a:p>
        </p:txBody>
      </p:sp>
      <p:sp>
        <p:nvSpPr>
          <p:cNvPr id="380" name="Google Shape;380;p30"/>
          <p:cNvSpPr txBox="1"/>
          <p:nvPr>
            <p:ph idx="1" type="body"/>
          </p:nvPr>
        </p:nvSpPr>
        <p:spPr>
          <a:xfrm>
            <a:off x="1303800" y="804100"/>
            <a:ext cx="7030500" cy="42285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[2Ki 18:4-6 LSB] He took away the high places and shattered the [sacred] pillars and cut down the Asherah. And he broke in pieces the bronze serpent that Moses had made, for until those days the sons of Israel were burning incense to it; and it was called Nehushtan. He trusted in Yahweh, the God of Israel; so that after him there was none like him among all the kings of Judah, nor [among those] who were before him. </a:t>
            </a:r>
            <a:r>
              <a:rPr b="1" lang="en"/>
              <a:t>So he clung to Yahweh</a:t>
            </a:r>
            <a:r>
              <a:rPr lang="en"/>
              <a:t>; he did not turn away from following Him, but </a:t>
            </a:r>
            <a:r>
              <a:rPr b="1" lang="en"/>
              <a:t>kept His commandments</a:t>
            </a:r>
            <a:r>
              <a:rPr lang="en"/>
              <a:t>, </a:t>
            </a:r>
            <a:r>
              <a:rPr b="1" lang="en"/>
              <a:t>which Yahweh had commanded Moses.</a:t>
            </a:r>
            <a:endParaRPr b="1"/>
          </a:p>
          <a:p>
            <a:pPr indent="0" lvl="0" marL="0" rtl="0" algn="l">
              <a:spcBef>
                <a:spcPts val="1200"/>
              </a:spcBef>
              <a:spcAft>
                <a:spcPts val="0"/>
              </a:spcAft>
              <a:buNone/>
            </a:pPr>
            <a:r>
              <a:rPr b="1" lang="en"/>
              <a:t>It is possible to live righteously.</a:t>
            </a:r>
            <a:endParaRPr b="1"/>
          </a:p>
          <a:p>
            <a:pPr indent="0" lvl="0" marL="0" rtl="0" algn="l">
              <a:spcBef>
                <a:spcPts val="1200"/>
              </a:spcBef>
              <a:spcAft>
                <a:spcPts val="0"/>
              </a:spcAft>
              <a:buNone/>
            </a:pPr>
            <a:r>
              <a:rPr lang="en"/>
              <a:t>[Luk 1:5-6 LSB] In the days of Herod, king of Judea, there was a priest named Zechariah, of the division of Abijah, and he had a wife from the daughters of Aaron, and her name was Elizabeth. And </a:t>
            </a:r>
            <a:r>
              <a:rPr b="1" lang="en"/>
              <a:t>they were both RIGHTEOUS in the sight of God, walking blamelessly in all the commandments and righteous requirements of YHWH</a:t>
            </a:r>
            <a:r>
              <a:rPr lang="en"/>
              <a:t>.</a:t>
            </a:r>
            <a:endParaRPr/>
          </a:p>
          <a:p>
            <a:pPr indent="0" lvl="0" marL="0" rtl="0" algn="l">
              <a:spcBef>
                <a:spcPts val="1200"/>
              </a:spcBef>
              <a:spcAft>
                <a:spcPts val="0"/>
              </a:spcAft>
              <a:buNone/>
            </a:pPr>
            <a:r>
              <a:rPr lang="en"/>
              <a:t>They weren’t declared righteous because of their faith in Jesus as the Son of God. They were righteous in the sight of God because like Hezekiah, they kept ALL the commandments of God, and ALL righteous requirements of YHWH.</a:t>
            </a:r>
            <a:endParaRPr/>
          </a:p>
          <a:p>
            <a:pPr indent="0" lvl="0" marL="0" rtl="0" algn="l">
              <a:spcBef>
                <a:spcPts val="1200"/>
              </a:spcBef>
              <a:spcAft>
                <a:spcPts val="0"/>
              </a:spcAft>
              <a:buNone/>
            </a:pPr>
            <a:r>
              <a:rPr lang="en"/>
              <a:t>[Act 10:34-35 LSB] And opening his mouth, Peter said: "I most truly comprehend [now] that God is not one to show partiality, but in every nation the </a:t>
            </a:r>
            <a:r>
              <a:rPr b="1" lang="en"/>
              <a:t>one who fears Him and does righteousness is welcome to Him</a:t>
            </a:r>
            <a:r>
              <a:rPr lang="en"/>
              <a:t>.</a:t>
            </a:r>
            <a:endParaRPr/>
          </a:p>
          <a:p>
            <a:pPr indent="0" lvl="0" marL="0" rtl="0" algn="l">
              <a:spcBef>
                <a:spcPts val="1200"/>
              </a:spcBef>
              <a:spcAft>
                <a:spcPts val="1200"/>
              </a:spcAft>
              <a:buNone/>
            </a:pPr>
            <a:r>
              <a:rPr lang="en"/>
              <a:t>Who will be welcomed by YHWH? Those who FEAR HIM, and do RIGHTEOUSNESS are welcomed by YHWH. If you do what is right, there is no shame before YHWH.</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