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c3fc4c8fe6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c3fc4c8fe6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know from the prior study, the Gospel of Death that he already is disqualified as being a true prophet as prophecy was sealed after the rebuilding of Jerusalem.</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c3fc4c8fe6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c3fc4c8fe6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cannot </a:t>
            </a:r>
            <a:r>
              <a:rPr lang="en"/>
              <a:t>possibly be about the resurrection as in Acts they are told he will return to reign the same way he left.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c3fc4c8fe6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c3fc4c8fe6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1c3fc4c8fe6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1c3fc4c8fe6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went into much greater detail in the prior study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be1262cda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1be1262cda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be1262cda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be1262cda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be1262cda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1be1262cda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builds upon what I talked about for the Babylonian exile and fulfillment of rebuilding in the prior study. The NT tries to take passages already fulfilled and proclaim they are about their idol, their dying man god savior.</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c318a9b18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c318a9b18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c318a9b18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1c318a9b18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It’s interesting that this passage correlates to what is said in Luke’s Gospel. [Luk 5:39 LSB] "And no one, after drinking old [wine] wishes for new; for he says, '</a:t>
            </a:r>
            <a:r>
              <a:rPr b="1" lang="en"/>
              <a:t>The old is good enough</a:t>
            </a:r>
            <a:r>
              <a:rPr lang="en"/>
              <a:t>.'" If you drink of Torah (the old wine) you will not crave the new wine as you will realize it is a fraud, it is watered down wine. It is not genuine of the Father.</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c318a9b18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c318a9b18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c318a9b18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c318a9b18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c318a9b18f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c318a9b18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c318a9b18f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1c318a9b18f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c318a9b18f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c318a9b18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c318a9b18f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c318a9b18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c318a9b18f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c318a9b18f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c318a9b18f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c318a9b18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c318a9b18f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c318a9b18f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c318a9b18f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c318a9b18f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c318a9b18f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c318a9b18f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c318a9b18f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c318a9b18f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c318a9b18f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1c318a9b18f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c318a9b18f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c318a9b18f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c318a9b18f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c318a9b18f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c318a9b18f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c318a9b18f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c318a9b18f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c318a9b18f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c318a9b18f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c318a9b18f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c318a9b18f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c318a9b18f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c318a9b18f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c318a9b18f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c318a9b18f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c318a9b18f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saw an interesting interpretation of this. Anyone who now confesses to see Jesus in the spirit or anything other than the flesh is an antichrist.</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c318a9b18f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c318a9b18f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c318a9b18f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c318a9b18f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1c318a9b18f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1c318a9b18f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c318a9b18f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1c318a9b18f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c318a9b18f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c318a9b18f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c318a9b18f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c318a9b18f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f44cc4cff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f44cc4cff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f44cc4cff8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f44cc4cff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docs.google.com/presentation/u/0/d/1i2klDbZ-6iqlg6BcMgt1Kut4NkUG8sk7PS1ny7R_H9c/edi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The Gospel of Destruction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The great and terrible day of the LORD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This study is going to go into the only logical conclusion</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The only way Yeshua can be a true prophet of YHWH is if the so called Christian, “DAY OF THE LORD” happened in the first century. I know many Christians that believe this, that a great cataclysm happened in what we call the “first century” and a second great cataclysm happened in what we call the “eighteenth century” when Satan was released to rule the world. I’m going to go over the many problems with this view, from a Torah centric perspective - I’m not going to even deal with the problems of the timelines being </a:t>
            </a:r>
            <a:r>
              <a:rPr lang="en"/>
              <a:t>screwed up as I believe this is as well as the Mandela effect altering our bibles.</a:t>
            </a:r>
            <a:endParaRPr/>
          </a:p>
          <a:p>
            <a:pPr indent="0" lvl="0" marL="0" rtl="0" algn="l">
              <a:spcBef>
                <a:spcPts val="1200"/>
              </a:spcBef>
              <a:spcAft>
                <a:spcPts val="1200"/>
              </a:spcAft>
              <a:buNone/>
            </a:pPr>
            <a:r>
              <a:rPr lang="en"/>
              <a:t>[Isa 8:11-13 LSB] For thus Yahweh spoke to me with a strong hand and disciplined me not to walk in the way of this people, saying,  "</a:t>
            </a:r>
            <a:r>
              <a:rPr b="1" lang="en"/>
              <a:t>You are not to say, '[It is] a conspiracy!</a:t>
            </a:r>
            <a:r>
              <a:rPr lang="en"/>
              <a:t>' In regard to all that this people call a conspiracy; And you are not to fear what they fear, and you shall not tremble.  "It is Yahweh of hosts whom you should regard as holy. And He shall be your fear, And He shall be your cause of trembling.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Life and Death is in the tongue</a:t>
            </a:r>
            <a:endParaRPr/>
          </a:p>
        </p:txBody>
      </p:sp>
      <p:sp>
        <p:nvSpPr>
          <p:cNvPr id="67" name="Google Shape;67;p15"/>
          <p:cNvSpPr txBox="1"/>
          <p:nvPr>
            <p:ph idx="1" type="body"/>
          </p:nvPr>
        </p:nvSpPr>
        <p:spPr>
          <a:xfrm>
            <a:off x="311700" y="1152475"/>
            <a:ext cx="8520600" cy="3828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[Mat 16:28 LSB] "Truly I say to you, there are some of those who are </a:t>
            </a:r>
            <a:r>
              <a:rPr lang="en" u="sng"/>
              <a:t>STANDING</a:t>
            </a:r>
            <a:r>
              <a:rPr lang="en"/>
              <a:t> here who </a:t>
            </a:r>
            <a:r>
              <a:rPr b="1" lang="en" u="sng"/>
              <a:t>will not taste death</a:t>
            </a:r>
            <a:r>
              <a:rPr lang="en"/>
              <a:t> until they see the Son of Man coming in His kingdom."</a:t>
            </a:r>
            <a:endParaRPr/>
          </a:p>
          <a:p>
            <a:pPr indent="0" lvl="0" marL="0" rtl="0" algn="l">
              <a:spcBef>
                <a:spcPts val="1200"/>
              </a:spcBef>
              <a:spcAft>
                <a:spcPts val="0"/>
              </a:spcAft>
              <a:buNone/>
            </a:pPr>
            <a:r>
              <a:rPr lang="en"/>
              <a:t>There are numerous </a:t>
            </a:r>
            <a:r>
              <a:rPr lang="en"/>
              <a:t>prophecies</a:t>
            </a:r>
            <a:r>
              <a:rPr lang="en"/>
              <a:t> like this in the NT, absent of course John’s gospel which was written in the second century and because of these failed eschatological promises, it doesn’t even deal with eschatology at all. This is one of the many ways I know he didn’t return and that he was a false prophet.</a:t>
            </a:r>
            <a:endParaRPr/>
          </a:p>
          <a:p>
            <a:pPr indent="0" lvl="0" marL="0" rtl="0" algn="l">
              <a:spcBef>
                <a:spcPts val="1200"/>
              </a:spcBef>
              <a:spcAft>
                <a:spcPts val="1200"/>
              </a:spcAft>
              <a:buNone/>
            </a:pPr>
            <a:r>
              <a:rPr lang="en"/>
              <a:t>THIS GENERATION, did not see the Son of Man return. Now of course, they’ll decry that the </a:t>
            </a:r>
            <a:r>
              <a:rPr lang="en"/>
              <a:t>knowledge has been hidden and masked, or altered with the mandela effect. I’m not trying to appeal to this world view. I’m trying to appeal to those who haven’t yet crossed this line.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Understanding what the promised Messiah is to do</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The main driver of this Roman worldview (and it is another byproduct of the whore of Babylon) is that you do not understand what the Messiah was to do when he came. This is the number one way to defeat any lie, is with the truth.</a:t>
            </a:r>
            <a:endParaRPr/>
          </a:p>
          <a:p>
            <a:pPr indent="-342900" lvl="0" marL="457200" rtl="0" algn="l">
              <a:spcBef>
                <a:spcPts val="1200"/>
              </a:spcBef>
              <a:spcAft>
                <a:spcPts val="0"/>
              </a:spcAft>
              <a:buSzPts val="1800"/>
              <a:buAutoNum type="arabicParenR"/>
            </a:pPr>
            <a:r>
              <a:rPr lang="en"/>
              <a:t>What does Messiah mean? </a:t>
            </a:r>
            <a:endParaRPr/>
          </a:p>
          <a:p>
            <a:pPr indent="-317500" lvl="1" marL="914400" rtl="0" algn="l">
              <a:spcBef>
                <a:spcPts val="0"/>
              </a:spcBef>
              <a:spcAft>
                <a:spcPts val="0"/>
              </a:spcAft>
              <a:buSzPts val="1400"/>
              <a:buAutoNum type="alphaLcParenR"/>
            </a:pPr>
            <a:r>
              <a:rPr lang="en"/>
              <a:t>Messiah is the transliteration of the Hebrew word to “anoint” someone. The anointed of YHWH are anointed by the High Priest, Judge, or Prophet of that time. If you read the NT, Jesus is </a:t>
            </a:r>
            <a:r>
              <a:rPr i="1" lang="en"/>
              <a:t>never</a:t>
            </a:r>
            <a:r>
              <a:rPr lang="en"/>
              <a:t> anointed.</a:t>
            </a:r>
            <a:endParaRPr/>
          </a:p>
          <a:p>
            <a:pPr indent="-342900" lvl="0" marL="457200" rtl="0" algn="l">
              <a:spcBef>
                <a:spcPts val="0"/>
              </a:spcBef>
              <a:spcAft>
                <a:spcPts val="0"/>
              </a:spcAft>
              <a:buSzPts val="1800"/>
              <a:buAutoNum type="arabicParenR"/>
            </a:pPr>
            <a:r>
              <a:rPr lang="en"/>
              <a:t>What does Christos/Christ mean?</a:t>
            </a:r>
            <a:endParaRPr/>
          </a:p>
          <a:p>
            <a:pPr indent="-317500" lvl="1" marL="914400" rtl="0" algn="l">
              <a:spcBef>
                <a:spcPts val="0"/>
              </a:spcBef>
              <a:spcAft>
                <a:spcPts val="0"/>
              </a:spcAft>
              <a:buSzPts val="1400"/>
              <a:buAutoNum type="alphaLcParenR"/>
            </a:pPr>
            <a:r>
              <a:rPr lang="en"/>
              <a:t>Christos is the Greek word to pour oil on something. When the Greek translations of the Hebrew Bible were made, they did not attempt to transliterate Messiah, they translated it to help the Greek reader understand the concept. The lie that you should be concerned about, is why did the Roman whore transliterate Messiah and Christos to hide the meaning from you?</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Who is the “Messiah”</a:t>
            </a:r>
            <a:endParaRPr/>
          </a:p>
        </p:txBody>
      </p:sp>
      <p:sp>
        <p:nvSpPr>
          <p:cNvPr id="79" name="Google Shape;79;p17"/>
          <p:cNvSpPr txBox="1"/>
          <p:nvPr>
            <p:ph idx="1" type="body"/>
          </p:nvPr>
        </p:nvSpPr>
        <p:spPr>
          <a:xfrm>
            <a:off x="311700" y="1152475"/>
            <a:ext cx="8520600" cy="38358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Because they played this word game with your Bibles, you don’t even realize that there are </a:t>
            </a:r>
            <a:r>
              <a:rPr i="1" lang="en"/>
              <a:t>MANY</a:t>
            </a:r>
            <a:r>
              <a:rPr lang="en"/>
              <a:t> “Messiah” in the Torah and Prophets that would help you to understand what and what not the </a:t>
            </a:r>
            <a:r>
              <a:rPr lang="en"/>
              <a:t>next</a:t>
            </a:r>
            <a:r>
              <a:rPr lang="en"/>
              <a:t> Messiah will do and WILL NOT DO.</a:t>
            </a:r>
            <a:endParaRPr/>
          </a:p>
          <a:p>
            <a:pPr indent="0" lvl="0" marL="0" rtl="0" algn="l">
              <a:spcBef>
                <a:spcPts val="1200"/>
              </a:spcBef>
              <a:spcAft>
                <a:spcPts val="0"/>
              </a:spcAft>
              <a:buNone/>
            </a:pPr>
            <a:r>
              <a:rPr lang="en"/>
              <a:t>The last recorded Messiah before the NT was Cyrus/Koresh.</a:t>
            </a:r>
            <a:endParaRPr/>
          </a:p>
          <a:p>
            <a:pPr indent="0" lvl="0" marL="0" rtl="0" algn="l">
              <a:spcBef>
                <a:spcPts val="1200"/>
              </a:spcBef>
              <a:spcAft>
                <a:spcPts val="0"/>
              </a:spcAft>
              <a:buNone/>
            </a:pPr>
            <a:r>
              <a:rPr lang="en"/>
              <a:t>[Isa 44:28 LSB] "[It is I] who says of Koresh, '[He is] My shepherd! And all My good pleasure he will complete.' And saying of Jerusalem, 'She will be built,' And of the temple, 'Your foundation will be laid.'" [Isa 45:1 LSB] Thus says Yahweh to Koresh </a:t>
            </a:r>
            <a:r>
              <a:rPr b="1" lang="en"/>
              <a:t>His anointed</a:t>
            </a:r>
            <a:r>
              <a:rPr lang="en"/>
              <a:t>, (messiah) Whom I have taken hold of by his right hand, To subdue nations before him And to loose the loins of kings, To open doors before him so that gates will not be shut:</a:t>
            </a:r>
            <a:endParaRPr/>
          </a:p>
          <a:p>
            <a:pPr indent="0" lvl="0" marL="0" rtl="0" algn="l">
              <a:spcBef>
                <a:spcPts val="1200"/>
              </a:spcBef>
              <a:spcAft>
                <a:spcPts val="0"/>
              </a:spcAft>
              <a:buNone/>
            </a:pPr>
            <a:r>
              <a:rPr lang="en"/>
              <a:t>This is why the “servant” who suffers in the CONTEXT of this passage (Isaiah 53 contextually is connected to the Messiah here) IS NOT THE MESSIAH promised to RESTORE JERUSALEM.</a:t>
            </a:r>
            <a:endParaRPr/>
          </a:p>
          <a:p>
            <a:pPr indent="0" lvl="0" marL="0" rtl="0" algn="l">
              <a:spcBef>
                <a:spcPts val="1200"/>
              </a:spcBef>
              <a:spcAft>
                <a:spcPts val="1200"/>
              </a:spcAft>
              <a:buNone/>
            </a:pPr>
            <a:r>
              <a:rPr lang="en"/>
              <a:t>This is part of what Religion has taught you to do, and part of that is because it’s what the NT repeatedly does to deceive you.</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Truth exposes lies</a:t>
            </a:r>
            <a:endParaRPr/>
          </a:p>
        </p:txBody>
      </p:sp>
      <p:sp>
        <p:nvSpPr>
          <p:cNvPr id="85" name="Google Shape;85;p18"/>
          <p:cNvSpPr txBox="1"/>
          <p:nvPr>
            <p:ph idx="1" type="body"/>
          </p:nvPr>
        </p:nvSpPr>
        <p:spPr>
          <a:xfrm>
            <a:off x="311700" y="1152475"/>
            <a:ext cx="8520600" cy="3789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[Isa 5:20-23 LSB] Woe to those who call evil good and good evil, Who substitute darkness for light and light for darkness, Who substitute bitter for sweet and sweet for bitter! Woe to those who are wise in their own eyes And understanding in their own sight! Woe to those who are mighty men in </a:t>
            </a:r>
            <a:r>
              <a:rPr b="1" lang="en"/>
              <a:t>drinking wine</a:t>
            </a:r>
            <a:r>
              <a:rPr lang="en"/>
              <a:t> And valiant men in mixing strong drink, Who declare the</a:t>
            </a:r>
            <a:r>
              <a:rPr b="1" lang="en"/>
              <a:t> wicked righteous for a bribe</a:t>
            </a:r>
            <a:r>
              <a:rPr lang="en"/>
              <a:t>, And remove the righteous standing of the ones who are righteous!</a:t>
            </a:r>
            <a:endParaRPr/>
          </a:p>
          <a:p>
            <a:pPr indent="0" lvl="0" marL="0" rtl="0" algn="l">
              <a:spcBef>
                <a:spcPts val="1200"/>
              </a:spcBef>
              <a:spcAft>
                <a:spcPts val="0"/>
              </a:spcAft>
              <a:buNone/>
            </a:pPr>
            <a:r>
              <a:rPr lang="en"/>
              <a:t>This is really both Judaism and Roman Christianity in a nutshell, perverting passages of their respective “holy” books to make the righteous feel ashamed (which I talked about in the </a:t>
            </a:r>
            <a:r>
              <a:rPr lang="en" u="sng">
                <a:solidFill>
                  <a:schemeClr val="hlink"/>
                </a:solidFill>
                <a:hlinkClick r:id="rId3"/>
              </a:rPr>
              <a:t>Gospel of Shame</a:t>
            </a:r>
            <a:r>
              <a:rPr lang="en"/>
              <a:t>) and make the sinner feel unashamed in their sin.</a:t>
            </a:r>
            <a:endParaRPr/>
          </a:p>
          <a:p>
            <a:pPr indent="0" lvl="0" marL="0" rtl="0" algn="l">
              <a:spcBef>
                <a:spcPts val="1200"/>
              </a:spcBef>
              <a:spcAft>
                <a:spcPts val="1200"/>
              </a:spcAft>
              <a:buNone/>
            </a:pPr>
            <a:r>
              <a:rPr lang="en"/>
              <a:t>We need to expose the lies of all twenty seven books to first understand why eschatology of the NT is false, and it hasn’t happened and will not happen.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Matthew’s big lie</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There are many quotes in Matthew that are out of context, and create a lying prophet or testator - but this verse in my mind takes the lead for the proof that you cannot trust anything Matthew recorded.</a:t>
            </a:r>
            <a:endParaRPr/>
          </a:p>
          <a:p>
            <a:pPr indent="0" lvl="0" marL="0" rtl="0" algn="l">
              <a:spcBef>
                <a:spcPts val="1200"/>
              </a:spcBef>
              <a:spcAft>
                <a:spcPts val="0"/>
              </a:spcAft>
              <a:buNone/>
            </a:pPr>
            <a:r>
              <a:rPr lang="en"/>
              <a:t>[Mat 2:23 LSB] and came and lived in a city called Nazareth, so that what was spoken through the prophets would be fulfilled: "</a:t>
            </a:r>
            <a:r>
              <a:rPr i="1" lang="en"/>
              <a:t>He shall be called a Nazarene.</a:t>
            </a:r>
            <a:r>
              <a:rPr lang="en"/>
              <a:t>"</a:t>
            </a:r>
            <a:endParaRPr/>
          </a:p>
          <a:p>
            <a:pPr indent="0" lvl="0" marL="0" rtl="0" algn="l">
              <a:spcBef>
                <a:spcPts val="1200"/>
              </a:spcBef>
              <a:spcAft>
                <a:spcPts val="1200"/>
              </a:spcAft>
              <a:buNone/>
            </a:pPr>
            <a:r>
              <a:rPr lang="en"/>
              <a:t>There is no Prophet, nothing in Torah that says the anointed one, the “Messiah” or in Greek the “Christ” will be called a Nazarene. Not even something close to this exists in the Apocryphal text either. It’s a complete fabrication by the </a:t>
            </a:r>
            <a:r>
              <a:rPr lang="en"/>
              <a:t>author</a:t>
            </a:r>
            <a:r>
              <a:rPr lang="en"/>
              <a:t> to build his case for Jesus being the promise anointed one to come.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Mark’s forked tongue</a:t>
            </a:r>
            <a:endParaRPr/>
          </a:p>
        </p:txBody>
      </p:sp>
      <p:sp>
        <p:nvSpPr>
          <p:cNvPr id="97" name="Google Shape;97;p20"/>
          <p:cNvSpPr txBox="1"/>
          <p:nvPr>
            <p:ph idx="1" type="body"/>
          </p:nvPr>
        </p:nvSpPr>
        <p:spPr>
          <a:xfrm>
            <a:off x="311700" y="1152475"/>
            <a:ext cx="8520600" cy="39078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Now it may not be fair to pin this one on Mark as all four Gospels use this text about John the Baptist proclaiming that the anointed one has arrived.</a:t>
            </a:r>
            <a:endParaRPr/>
          </a:p>
          <a:p>
            <a:pPr indent="0" lvl="0" marL="0" rtl="0" algn="l">
              <a:spcBef>
                <a:spcPts val="1200"/>
              </a:spcBef>
              <a:spcAft>
                <a:spcPts val="0"/>
              </a:spcAft>
              <a:buNone/>
            </a:pPr>
            <a:r>
              <a:rPr lang="en"/>
              <a:t>[Mar 1:2-3 LSB] As it is written in Isaiah the prophet: "BEHOLD, I SEND MY MESSENGER AHEAD OF YOU, WHO WILL PREPARE YOUR WAY; THE VOICE OF ONE CRYING IN THE WILDERNESS, 'MAKE READY THE WAY OF THE LORD, MAKE HIS PATHS STRAIGHT.'"</a:t>
            </a:r>
            <a:br>
              <a:rPr lang="en"/>
            </a:br>
            <a:br>
              <a:rPr lang="en"/>
            </a:br>
            <a:r>
              <a:rPr lang="en"/>
              <a:t>The problem is in context, </a:t>
            </a:r>
            <a:r>
              <a:rPr i="1" lang="en"/>
              <a:t>ISAIAH</a:t>
            </a:r>
            <a:r>
              <a:rPr lang="en"/>
              <a:t> is the voice of the one crying in the wilderness. Why don’t Christians </a:t>
            </a:r>
            <a:r>
              <a:rPr i="1" lang="en"/>
              <a:t>ask</a:t>
            </a:r>
            <a:r>
              <a:rPr lang="en"/>
              <a:t> why are the paths being made STRAIGHT?</a:t>
            </a:r>
            <a:endParaRPr/>
          </a:p>
          <a:p>
            <a:pPr indent="0" lvl="0" marL="0" rtl="0" algn="l">
              <a:spcBef>
                <a:spcPts val="1200"/>
              </a:spcBef>
              <a:spcAft>
                <a:spcPts val="0"/>
              </a:spcAft>
              <a:buNone/>
            </a:pPr>
            <a:r>
              <a:rPr lang="en"/>
              <a:t>[Isa 40:2 LSB] "Speak to the heart of Jerusalem; And call out to her, that her warfare has been fulfilled, That her iniquity has been removed, That she has received from the hand of Yahweh Double for all her sins."</a:t>
            </a:r>
            <a:endParaRPr/>
          </a:p>
          <a:p>
            <a:pPr indent="0" lvl="0" marL="0" rtl="0" algn="l">
              <a:spcBef>
                <a:spcPts val="1200"/>
              </a:spcBef>
              <a:spcAft>
                <a:spcPts val="0"/>
              </a:spcAft>
              <a:buNone/>
            </a:pPr>
            <a:r>
              <a:rPr lang="en"/>
              <a:t>This whole section from Isaiah 40 to 60 is about the coming Babylon exile for the sins of the land. This is why he’s declaring COMFORT to the people about to be exiled, as YHWH will not forget or forsake them in their exile!</a:t>
            </a:r>
            <a:endParaRPr/>
          </a:p>
          <a:p>
            <a:pPr indent="0" lvl="0" marL="0" rtl="0" algn="l">
              <a:spcBef>
                <a:spcPts val="1200"/>
              </a:spcBef>
              <a:spcAft>
                <a:spcPts val="0"/>
              </a:spcAft>
              <a:buNone/>
            </a:pPr>
            <a:r>
              <a:rPr lang="en"/>
              <a:t>[Isa 40:5 LSB] Then the glory of Yahweh will be revealed, And all flesh will see [it] together; For the mouth of Yahweh has spoken."</a:t>
            </a:r>
            <a:endParaRPr/>
          </a:p>
          <a:p>
            <a:pPr indent="0" lvl="0" marL="0" rtl="0" algn="l">
              <a:spcBef>
                <a:spcPts val="1200"/>
              </a:spcBef>
              <a:spcAft>
                <a:spcPts val="1200"/>
              </a:spcAft>
              <a:buNone/>
            </a:pPr>
            <a:r>
              <a:rPr lang="en"/>
              <a:t>Then he will send Koresh to restore Jerusalem (Again this is the context) and all flesh will see it together. It happened!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Luke’s strange message</a:t>
            </a:r>
            <a:endParaRPr/>
          </a:p>
        </p:txBody>
      </p:sp>
      <p:sp>
        <p:nvSpPr>
          <p:cNvPr id="103" name="Google Shape;103;p21"/>
          <p:cNvSpPr txBox="1"/>
          <p:nvPr>
            <p:ph idx="1" type="body"/>
          </p:nvPr>
        </p:nvSpPr>
        <p:spPr>
          <a:xfrm>
            <a:off x="311700" y="1152475"/>
            <a:ext cx="8520600" cy="390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[Luk 17:20-21 LSB] Now having been questioned by the Pharisees as to when the kingdom of God was coming, He answered them and said, "The kingdom of God is not coming with [signs to be] observed, nor will they say, 'Look, here!' or, 'There!' For behold, the kingdom of God is in your midst."</a:t>
            </a:r>
            <a:endParaRPr/>
          </a:p>
          <a:p>
            <a:pPr indent="0" lvl="0" marL="0" rtl="0" algn="l">
              <a:spcBef>
                <a:spcPts val="1200"/>
              </a:spcBef>
              <a:spcAft>
                <a:spcPts val="1200"/>
              </a:spcAft>
              <a:buNone/>
            </a:pPr>
            <a:r>
              <a:rPr lang="en"/>
              <a:t>Some translations state, “</a:t>
            </a:r>
            <a:r>
              <a:rPr b="1" lang="en"/>
              <a:t>the kingdom of God is within you</a:t>
            </a:r>
            <a:r>
              <a:rPr lang="en"/>
              <a:t>” - either way this is esoteric mystery religion, and I believe the author of Luke used passages like this to expose the truth of the Christ movement. Every prophet promised a tangible and complete restoration of Israel. That the broken off branches would be restored. The NT as a whole, including this passage is preaching the death and replacement of physical Israel for a platonic or “spiritual” fulfilment of this prophetic promise. That Israel is no longer </a:t>
            </a:r>
            <a:r>
              <a:rPr lang="en"/>
              <a:t>tangible</a:t>
            </a:r>
            <a:r>
              <a:rPr lang="en"/>
              <a:t>, but spiritual and </a:t>
            </a:r>
            <a:r>
              <a:rPr lang="en"/>
              <a:t>ethereal</a:t>
            </a:r>
            <a:r>
              <a:rPr lang="en"/>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John’s great heist</a:t>
            </a:r>
            <a:endParaRPr/>
          </a:p>
        </p:txBody>
      </p:sp>
      <p:sp>
        <p:nvSpPr>
          <p:cNvPr id="109" name="Google Shape;109;p22"/>
          <p:cNvSpPr txBox="1"/>
          <p:nvPr>
            <p:ph idx="1" type="body"/>
          </p:nvPr>
        </p:nvSpPr>
        <p:spPr>
          <a:xfrm>
            <a:off x="311700" y="1152475"/>
            <a:ext cx="8520600" cy="385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[Jhn 2:10 LSB] and said to him, "Every man </a:t>
            </a:r>
            <a:r>
              <a:rPr b="1" lang="en"/>
              <a:t>serves the good wine first</a:t>
            </a:r>
            <a:r>
              <a:rPr lang="en"/>
              <a:t>, and when [the people] have drunk freely, [then] the inferior [wine]; [but] you have kept the good wine until now."</a:t>
            </a:r>
            <a:endParaRPr/>
          </a:p>
          <a:p>
            <a:pPr indent="0" lvl="0" marL="0" rtl="0" algn="l">
              <a:spcBef>
                <a:spcPts val="1200"/>
              </a:spcBef>
              <a:spcAft>
                <a:spcPts val="1200"/>
              </a:spcAft>
              <a:buNone/>
            </a:pPr>
            <a:r>
              <a:rPr lang="en"/>
              <a:t>John many times copied the local Greek gods to replace their man gods, with his man god Jesus. John’s second century fraud is the greatest lie </a:t>
            </a:r>
            <a:r>
              <a:rPr lang="en"/>
              <a:t>perpetrated</a:t>
            </a:r>
            <a:r>
              <a:rPr lang="en"/>
              <a:t> on mankind. It is NOT the same man as the Synoptics, and not the same man that Paul saw. The NT is an </a:t>
            </a:r>
            <a:r>
              <a:rPr lang="en"/>
              <a:t>amalgamation</a:t>
            </a:r>
            <a:r>
              <a:rPr lang="en"/>
              <a:t> of many varying Christ cults. Why did John’s Jesus not even talk about the kingdom to come? (John the revelator is not the same author) </a:t>
            </a:r>
            <a:r>
              <a:rPr lang="en"/>
              <a:t>Because</a:t>
            </a:r>
            <a:r>
              <a:rPr lang="en"/>
              <a:t> like Luke’s exposed Jesus of replacing Israel with a spiritual fulfilment, this is what Jesus’ the thief does in John’s Gospel, stealing even miracles from pagan god men.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Peter’s great misunderstanding</a:t>
            </a:r>
            <a:endParaRPr/>
          </a:p>
        </p:txBody>
      </p:sp>
      <p:sp>
        <p:nvSpPr>
          <p:cNvPr id="115" name="Google Shape;115;p23"/>
          <p:cNvSpPr txBox="1"/>
          <p:nvPr>
            <p:ph idx="1" type="body"/>
          </p:nvPr>
        </p:nvSpPr>
        <p:spPr>
          <a:xfrm>
            <a:off x="311700" y="935800"/>
            <a:ext cx="8520600" cy="4034400"/>
          </a:xfrm>
          <a:prstGeom prst="rect">
            <a:avLst/>
          </a:prstGeom>
        </p:spPr>
        <p:txBody>
          <a:bodyPr anchorCtr="0" anchor="t" bIns="91425" lIns="91425" spcFirstLastPara="1" rIns="91425" wrap="square" tIns="91425">
            <a:normAutofit fontScale="55000" lnSpcReduction="10000"/>
          </a:bodyPr>
          <a:lstStyle/>
          <a:p>
            <a:pPr indent="0" lvl="0" marL="0" rtl="0" algn="l">
              <a:spcBef>
                <a:spcPts val="0"/>
              </a:spcBef>
              <a:spcAft>
                <a:spcPts val="0"/>
              </a:spcAft>
              <a:buNone/>
            </a:pPr>
            <a:r>
              <a:rPr lang="en"/>
              <a:t>[Act 2:16-21 LSB] but this is what was spoken through the prophet Joel: 'AND IT SHALL BE IN THE LAST DAYS,' God says, 'THAT I WILL POUR OUT MY SPIRIT ON ALL MANKIND; AND YOUR SONS AND YOUR DAUGHTERS SHALL PROPHESY, AND YOUR YOUNG MEN SHALL SEE VISIONS, AND YOUR OLD MEN SHALL DREAM DREAMS; EVEN ON MY MALE SLAVES AND FEMALE SLAVES, I WILL IN THOSE DAYS POUR OUT MY SPIRIT And they shall prophesy. 'AND I WILL PUT WONDERS IN THE SKY ABOVE AND SIGNS ON THE EARTH BELOW, BLOOD, AND FIRE, AND VAPOR OF SMOKE. 'THE SUN WILL BE TURNED INTO DARKNESS AND THE MOON INTO BLOOD, BEFORE THE GREAT AND AWESOME DAY OF THE LORD COMES. 'AND IT WILL BE THAT EVERYONE WHO CALLS ON THE NAME OF THE LORD WILL BE SAVED.'</a:t>
            </a:r>
            <a:endParaRPr/>
          </a:p>
          <a:p>
            <a:pPr indent="0" lvl="0" marL="0" rtl="0" algn="l">
              <a:spcBef>
                <a:spcPts val="1200"/>
              </a:spcBef>
              <a:spcAft>
                <a:spcPts val="0"/>
              </a:spcAft>
              <a:buNone/>
            </a:pPr>
            <a:r>
              <a:rPr lang="en"/>
              <a:t>Peter spoke and quoted this in revelation to them speaking strange tongues. The truth is, </a:t>
            </a:r>
            <a:r>
              <a:rPr i="1" lang="en"/>
              <a:t>tongues is a curse</a:t>
            </a:r>
            <a:r>
              <a:rPr lang="en"/>
              <a:t> and it’s interesting that the </a:t>
            </a:r>
            <a:r>
              <a:rPr lang="en"/>
              <a:t>author</a:t>
            </a:r>
            <a:r>
              <a:rPr lang="en"/>
              <a:t> didn’t quote the same passage as Paul to justify this miracle. Just a simple cursory examination of history and you will know the “DAY OF YHWH” did not happen, that preterism is just another lie to cover up the great lie of Christianity. The resurrection didn’t happen in the first century and will not happen in terms of the Christian lie.</a:t>
            </a:r>
            <a:endParaRPr/>
          </a:p>
          <a:p>
            <a:pPr indent="0" lvl="0" marL="0" rtl="0" algn="l">
              <a:spcBef>
                <a:spcPts val="1200"/>
              </a:spcBef>
              <a:spcAft>
                <a:spcPts val="0"/>
              </a:spcAft>
              <a:buNone/>
            </a:pPr>
            <a:r>
              <a:rPr lang="en"/>
              <a:t>The biggest lie is in that LAST LINE.</a:t>
            </a:r>
            <a:br>
              <a:rPr lang="en"/>
            </a:br>
            <a:br>
              <a:rPr lang="en"/>
            </a:br>
            <a:r>
              <a:rPr lang="en"/>
              <a:t>“Everyone who calls on the name of the LORD will be saved”</a:t>
            </a:r>
            <a:endParaRPr/>
          </a:p>
          <a:p>
            <a:pPr indent="0" lvl="0" marL="0" rtl="0" algn="l">
              <a:spcBef>
                <a:spcPts val="1200"/>
              </a:spcBef>
              <a:spcAft>
                <a:spcPts val="0"/>
              </a:spcAft>
              <a:buNone/>
            </a:pPr>
            <a:r>
              <a:rPr lang="en"/>
              <a:t>I agree, the problem is the NT authors like the Rabbi have hidden the name of YHWH - so they call on strange gods to save them and are not saved. Paul also misquotes this passage in Romans 10, and also tries to make it about Jesus. Yeshua / Jesus is not in Joel 2:32.</a:t>
            </a:r>
            <a:endParaRPr/>
          </a:p>
          <a:p>
            <a:pPr indent="0" lvl="0" marL="0" rtl="0" algn="l">
              <a:spcBef>
                <a:spcPts val="1200"/>
              </a:spcBef>
              <a:spcAft>
                <a:spcPts val="0"/>
              </a:spcAft>
              <a:buNone/>
            </a:pPr>
            <a:r>
              <a:rPr lang="en"/>
              <a:t>[Joe 2:32 LSB] "And it will be that </a:t>
            </a:r>
            <a:r>
              <a:rPr b="1" lang="en"/>
              <a:t>everyone who calls on the name of Yahweh Will be delivered</a:t>
            </a:r>
            <a:r>
              <a:rPr lang="en"/>
              <a:t>; For on Mount Zion and in Jerusalem There will be those who escape, As Yahweh has said, Even among the survivors whom Yahweh calls.</a:t>
            </a:r>
            <a:endParaRPr/>
          </a:p>
          <a:p>
            <a:pPr indent="0" lvl="0" marL="0" rtl="0" algn="l">
              <a:spcBef>
                <a:spcPts val="1200"/>
              </a:spcBef>
              <a:spcAft>
                <a:spcPts val="1200"/>
              </a:spcAft>
              <a:buNone/>
            </a:pPr>
            <a:r>
              <a:rPr lang="en"/>
              <a:t>Not Jesus or Yeshua / YAHWEH, Yehowah, you are striving to call the name of the Father for deliverance. In the day of darkness you will be delivered.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Romans road to hell</a:t>
            </a:r>
            <a:endParaRPr/>
          </a:p>
        </p:txBody>
      </p:sp>
      <p:sp>
        <p:nvSpPr>
          <p:cNvPr id="121" name="Google Shape;121;p24"/>
          <p:cNvSpPr txBox="1"/>
          <p:nvPr>
            <p:ph idx="1" type="body"/>
          </p:nvPr>
        </p:nvSpPr>
        <p:spPr>
          <a:xfrm>
            <a:off x="311700" y="1152475"/>
            <a:ext cx="8520600" cy="38523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[Rom 4:3 LSB] For what does the Scripture say? "ABRAHAM BELIEVED GOD, AND IT WAS COUNTED TO HIM AS RIGHTEOUSNESS."</a:t>
            </a:r>
            <a:endParaRPr/>
          </a:p>
          <a:p>
            <a:pPr indent="0" lvl="0" marL="0" rtl="0" algn="l">
              <a:spcBef>
                <a:spcPts val="1200"/>
              </a:spcBef>
              <a:spcAft>
                <a:spcPts val="0"/>
              </a:spcAft>
              <a:buNone/>
            </a:pPr>
            <a:r>
              <a:rPr lang="en"/>
              <a:t>This of course is the great Christian lie. Abram wasn’t the one being counted as righteous. Abram trusted YHWH </a:t>
            </a:r>
            <a:r>
              <a:rPr lang="en"/>
              <a:t>because</a:t>
            </a:r>
            <a:r>
              <a:rPr lang="en"/>
              <a:t> YHWH is just (tsedeqa) to </a:t>
            </a:r>
            <a:r>
              <a:rPr lang="en"/>
              <a:t>keep his promise to Abram. Abram’s righteousness was not because of his trust, but his actions.</a:t>
            </a:r>
            <a:endParaRPr/>
          </a:p>
          <a:p>
            <a:pPr indent="0" lvl="0" marL="0" rtl="0" algn="l">
              <a:spcBef>
                <a:spcPts val="1200"/>
              </a:spcBef>
              <a:spcAft>
                <a:spcPts val="0"/>
              </a:spcAft>
              <a:buNone/>
            </a:pPr>
            <a:r>
              <a:rPr lang="en"/>
              <a:t>[Gen 26:5 LSB] because Abraham listened to My voice and kept My charge, My commandments, My statutes, and My laws."</a:t>
            </a:r>
            <a:endParaRPr/>
          </a:p>
          <a:p>
            <a:pPr indent="0" lvl="0" marL="0" rtl="0" algn="l">
              <a:spcBef>
                <a:spcPts val="1200"/>
              </a:spcBef>
              <a:spcAft>
                <a:spcPts val="1200"/>
              </a:spcAft>
              <a:buNone/>
            </a:pPr>
            <a:r>
              <a:rPr lang="en"/>
              <a:t>This is the same thing Habakkuk was saying, and Paul also perverted. The righteous men live by their trust. It’s not their trust that makes a righteous man righteous, it’s their actions and their fear of YHWH.</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wicked Corinth Church</a:t>
            </a:r>
            <a:endParaRPr/>
          </a:p>
        </p:txBody>
      </p:sp>
      <p:sp>
        <p:nvSpPr>
          <p:cNvPr id="127" name="Google Shape;127;p25"/>
          <p:cNvSpPr txBox="1"/>
          <p:nvPr>
            <p:ph idx="1" type="body"/>
          </p:nvPr>
        </p:nvSpPr>
        <p:spPr>
          <a:xfrm>
            <a:off x="311700" y="1152475"/>
            <a:ext cx="8520600" cy="3845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It’s interesting that every “church” Paul wrote to suffered from the sins leading to death. Why don’t Christians ever ask themselves, “why do these Holy Spirit filled men and women still sin so much?”</a:t>
            </a:r>
            <a:endParaRPr/>
          </a:p>
          <a:p>
            <a:pPr indent="0" lvl="0" marL="0" rtl="0" algn="l">
              <a:spcBef>
                <a:spcPts val="1200"/>
              </a:spcBef>
              <a:spcAft>
                <a:spcPts val="0"/>
              </a:spcAft>
              <a:buNone/>
            </a:pPr>
            <a:r>
              <a:rPr lang="en"/>
              <a:t>[1Co 1:17 LSB] </a:t>
            </a:r>
            <a:r>
              <a:rPr b="1" lang="en"/>
              <a:t>For Christ did not send me to baptize</a:t>
            </a:r>
            <a:r>
              <a:rPr lang="en"/>
              <a:t>, but to proclaim the gospel, not in wisdom of word, so that the cross of Christ will not be made empty.</a:t>
            </a:r>
            <a:endParaRPr/>
          </a:p>
          <a:p>
            <a:pPr indent="0" lvl="0" marL="0" rtl="0" algn="l">
              <a:spcBef>
                <a:spcPts val="1200"/>
              </a:spcBef>
              <a:spcAft>
                <a:spcPts val="0"/>
              </a:spcAft>
              <a:buNone/>
            </a:pPr>
            <a:r>
              <a:rPr lang="en"/>
              <a:t>Why? Because Paul was a great liar. The very last words of the man Yeshua after the resurrection account:</a:t>
            </a:r>
            <a:endParaRPr/>
          </a:p>
          <a:p>
            <a:pPr indent="0" lvl="0" marL="0" rtl="0" algn="l">
              <a:spcBef>
                <a:spcPts val="1200"/>
              </a:spcBef>
              <a:spcAft>
                <a:spcPts val="0"/>
              </a:spcAft>
              <a:buNone/>
            </a:pPr>
            <a:r>
              <a:rPr lang="en"/>
              <a:t>[Mat 28:19 LSB] "Go therefore and make disciples of all the nations, </a:t>
            </a:r>
            <a:r>
              <a:rPr b="1" lang="en"/>
              <a:t>baptizing them</a:t>
            </a:r>
            <a:r>
              <a:rPr lang="en"/>
              <a:t> in the name of the Father and the Son and the Holy Spirit,</a:t>
            </a:r>
            <a:endParaRPr/>
          </a:p>
          <a:p>
            <a:pPr indent="0" lvl="0" marL="0" rtl="0" algn="l">
              <a:spcBef>
                <a:spcPts val="1200"/>
              </a:spcBef>
              <a:spcAft>
                <a:spcPts val="0"/>
              </a:spcAft>
              <a:buNone/>
            </a:pPr>
            <a:r>
              <a:rPr lang="en"/>
              <a:t>Yet you believe your apostle saw and heard Jesus?</a:t>
            </a:r>
            <a:endParaRPr/>
          </a:p>
          <a:p>
            <a:pPr indent="0" lvl="0" marL="0" rtl="0" algn="l">
              <a:spcBef>
                <a:spcPts val="1200"/>
              </a:spcBef>
              <a:spcAft>
                <a:spcPts val="1200"/>
              </a:spcAft>
              <a:buNone/>
            </a:pPr>
            <a:r>
              <a:rPr lang="en"/>
              <a:t>I’m not justifying Matthew either, as that was the first book we absolutely debunked as trustworthy. The fact is none of the NT is trustworthy and doesn’t meet any metric </a:t>
            </a:r>
            <a:r>
              <a:rPr lang="en"/>
              <a:t>worthy</a:t>
            </a:r>
            <a:r>
              <a:rPr lang="en"/>
              <a:t> of my trust or your trust.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wicked church of Corinth cannot stop sinning</a:t>
            </a:r>
            <a:endParaRPr/>
          </a:p>
        </p:txBody>
      </p:sp>
      <p:sp>
        <p:nvSpPr>
          <p:cNvPr id="133" name="Google Shape;133;p26"/>
          <p:cNvSpPr txBox="1"/>
          <p:nvPr>
            <p:ph idx="1" type="body"/>
          </p:nvPr>
        </p:nvSpPr>
        <p:spPr>
          <a:xfrm>
            <a:off x="311700" y="1152475"/>
            <a:ext cx="8520600" cy="38385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n"/>
              <a:t>You don’t ask yourself why Paul’s followers are continually reminded that they must stop sinning?</a:t>
            </a:r>
            <a:endParaRPr/>
          </a:p>
          <a:p>
            <a:pPr indent="0" lvl="0" marL="0" rtl="0" algn="l">
              <a:spcBef>
                <a:spcPts val="1200"/>
              </a:spcBef>
              <a:spcAft>
                <a:spcPts val="0"/>
              </a:spcAft>
              <a:buNone/>
            </a:pPr>
            <a:r>
              <a:rPr lang="en"/>
              <a:t>It’s because they don’t have the Torah on their hearts.</a:t>
            </a:r>
            <a:endParaRPr/>
          </a:p>
          <a:p>
            <a:pPr indent="0" lvl="0" marL="0" rtl="0" algn="l">
              <a:spcBef>
                <a:spcPts val="1200"/>
              </a:spcBef>
              <a:spcAft>
                <a:spcPts val="0"/>
              </a:spcAft>
              <a:buNone/>
            </a:pPr>
            <a:r>
              <a:rPr lang="en"/>
              <a:t>[Psa 40:8 LSB] "I desire to do Your will, O my God; Your Torah is within my inner being."</a:t>
            </a:r>
            <a:endParaRPr/>
          </a:p>
          <a:p>
            <a:pPr indent="0" lvl="0" marL="0" rtl="0" algn="l">
              <a:spcBef>
                <a:spcPts val="1200"/>
              </a:spcBef>
              <a:spcAft>
                <a:spcPts val="0"/>
              </a:spcAft>
              <a:buNone/>
            </a:pPr>
            <a:r>
              <a:rPr lang="en"/>
              <a:t>Paul in 2 Corinth however tells us this of the Torah:</a:t>
            </a:r>
            <a:endParaRPr/>
          </a:p>
          <a:p>
            <a:pPr indent="0" lvl="0" marL="0" rtl="0" algn="l">
              <a:spcBef>
                <a:spcPts val="1200"/>
              </a:spcBef>
              <a:spcAft>
                <a:spcPts val="0"/>
              </a:spcAft>
              <a:buNone/>
            </a:pPr>
            <a:r>
              <a:rPr lang="en"/>
              <a:t>[2Co 3:7 LSB] But if the ministry of death, in letters having been engraved on stones, came with glory, so that the sons of Israel could not look intently at the face of Moses because of the glory of his face, which was being brought to an end,</a:t>
            </a:r>
            <a:endParaRPr/>
          </a:p>
          <a:p>
            <a:pPr indent="0" lvl="0" marL="0" rtl="0" algn="l">
              <a:spcBef>
                <a:spcPts val="1200"/>
              </a:spcBef>
              <a:spcAft>
                <a:spcPts val="1200"/>
              </a:spcAft>
              <a:buNone/>
            </a:pPr>
            <a:r>
              <a:rPr lang="en"/>
              <a:t>That the very words YHWH wrote on the stone tablets are a covenant with death. Do you really believe that?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Cutting off the Galatian Foreskin</a:t>
            </a:r>
            <a:endParaRPr/>
          </a:p>
        </p:txBody>
      </p:sp>
      <p:sp>
        <p:nvSpPr>
          <p:cNvPr id="139" name="Google Shape;139;p27"/>
          <p:cNvSpPr txBox="1"/>
          <p:nvPr>
            <p:ph idx="1" type="body"/>
          </p:nvPr>
        </p:nvSpPr>
        <p:spPr>
          <a:xfrm>
            <a:off x="311700" y="1152475"/>
            <a:ext cx="8520600" cy="38040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[Gal 4:21-25 LSB] Tell me, you who want to be under law, do you not listen to the Law? For it is written that Abraham had two sons, one by the servant-woman and one by the free woman. But the son by the servant-woman had been born according to the flesh, while the son by the free woman through the promise. This is spoken with allegory, for these women are two covenants: one from Mount Sinai bearing children into slavery; she is Hagar. Now this Hagar is Mount Sinai in Arabia and corresponds to the present Jerusalem, for she is in slavery with her children.</a:t>
            </a:r>
            <a:endParaRPr/>
          </a:p>
          <a:p>
            <a:pPr indent="0" lvl="0" marL="0" rtl="0" algn="l">
              <a:spcBef>
                <a:spcPts val="1200"/>
              </a:spcBef>
              <a:spcAft>
                <a:spcPts val="0"/>
              </a:spcAft>
              <a:buNone/>
            </a:pPr>
            <a:r>
              <a:rPr lang="en"/>
              <a:t>This is one of the most pervasive and damning lies in the NT. </a:t>
            </a:r>
            <a:endParaRPr/>
          </a:p>
          <a:p>
            <a:pPr indent="-317183" lvl="0" marL="457200" rtl="0" algn="l">
              <a:spcBef>
                <a:spcPts val="1200"/>
              </a:spcBef>
              <a:spcAft>
                <a:spcPts val="0"/>
              </a:spcAft>
              <a:buSzPct val="100000"/>
              <a:buAutoNum type="arabicParenR"/>
            </a:pPr>
            <a:r>
              <a:rPr lang="en"/>
              <a:t>He’s telling you that YHWH cut a covenant of bondage at Mt. Sinai. YHWH who freed his son Israel (ex 4:22) from bondage, took him to the wilderness to cut a covenant of perpetual bondage with his firstborn son.</a:t>
            </a:r>
            <a:endParaRPr/>
          </a:p>
          <a:p>
            <a:pPr indent="-317183" lvl="0" marL="457200" rtl="0" algn="l">
              <a:spcBef>
                <a:spcPts val="0"/>
              </a:spcBef>
              <a:spcAft>
                <a:spcPts val="0"/>
              </a:spcAft>
              <a:buSzPct val="100000"/>
              <a:buAutoNum type="arabicParenR"/>
            </a:pPr>
            <a:r>
              <a:rPr lang="en"/>
              <a:t>His lie of two covenants. There is only one covenant, through Abraham and his seed. Even in the words of Paul a chapter earlier, the covenant given at Sinai does not replace the covenant given to Abraham in Genesis 17. It </a:t>
            </a:r>
            <a:r>
              <a:rPr i="1" lang="en"/>
              <a:t>expands</a:t>
            </a:r>
            <a:r>
              <a:rPr lang="en"/>
              <a:t> the covenant. Hagar doesn’t have a covenant and it insulting YHWH to say she did, and to say the covenant he gave to Israel on Sinai is like the non existent covenant given to Hagar.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Promising the Ephesians redemption through murder</a:t>
            </a:r>
            <a:endParaRPr/>
          </a:p>
        </p:txBody>
      </p:sp>
      <p:sp>
        <p:nvSpPr>
          <p:cNvPr id="145" name="Google Shape;145;p28"/>
          <p:cNvSpPr txBox="1"/>
          <p:nvPr>
            <p:ph idx="1" type="body"/>
          </p:nvPr>
        </p:nvSpPr>
        <p:spPr>
          <a:xfrm>
            <a:off x="311700" y="1152475"/>
            <a:ext cx="8520600" cy="3769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[Eph 1:7 LSB] In Him we have redemption through His blood, the forgiveness of our transgressions, according to the riches of His grace</a:t>
            </a:r>
            <a:endParaRPr/>
          </a:p>
          <a:p>
            <a:pPr indent="0" lvl="0" marL="0" rtl="0" algn="l">
              <a:spcBef>
                <a:spcPts val="1200"/>
              </a:spcBef>
              <a:spcAft>
                <a:spcPts val="0"/>
              </a:spcAft>
              <a:buNone/>
            </a:pPr>
            <a:r>
              <a:rPr lang="en"/>
              <a:t>How can there possibly be redemption in the murder of an innocent man?</a:t>
            </a:r>
            <a:endParaRPr/>
          </a:p>
          <a:p>
            <a:pPr indent="0" lvl="0" marL="0" rtl="0" algn="l">
              <a:spcBef>
                <a:spcPts val="1200"/>
              </a:spcBef>
              <a:spcAft>
                <a:spcPts val="0"/>
              </a:spcAft>
              <a:buNone/>
            </a:pPr>
            <a:r>
              <a:rPr lang="en"/>
              <a:t>[Exo 23:7 LSB] "Keep far from a false charge, and do not kill the innocent or the righteous, for I will not justify the guilty.</a:t>
            </a:r>
            <a:endParaRPr/>
          </a:p>
          <a:p>
            <a:pPr indent="0" lvl="0" marL="0" rtl="0" algn="l">
              <a:spcBef>
                <a:spcPts val="1200"/>
              </a:spcBef>
              <a:spcAft>
                <a:spcPts val="0"/>
              </a:spcAft>
              <a:buNone/>
            </a:pPr>
            <a:r>
              <a:rPr lang="en"/>
              <a:t>There is not, there is just a coating of your hands with the blood of an innocent man. It’s so weird to me now how utterly obsessed Christians are of boasting about being covered in the blood of an innocent man.</a:t>
            </a:r>
            <a:endParaRPr/>
          </a:p>
          <a:p>
            <a:pPr indent="0" lvl="0" marL="0" rtl="0" algn="l">
              <a:spcBef>
                <a:spcPts val="1200"/>
              </a:spcBef>
              <a:spcAft>
                <a:spcPts val="1200"/>
              </a:spcAft>
              <a:buNone/>
            </a:pPr>
            <a:r>
              <a:rPr lang="en"/>
              <a:t>[Isa 1:15 LSB] "So when you spread out your hands [in prayer], I will hide My eyes from you; Indeed, even though you multiply prayers, I will not listen. Your hands are full of blood.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two lords of Phillipi</a:t>
            </a:r>
            <a:endParaRPr/>
          </a:p>
        </p:txBody>
      </p:sp>
      <p:sp>
        <p:nvSpPr>
          <p:cNvPr id="151" name="Google Shape;151;p29"/>
          <p:cNvSpPr txBox="1"/>
          <p:nvPr>
            <p:ph idx="1" type="body"/>
          </p:nvPr>
        </p:nvSpPr>
        <p:spPr>
          <a:xfrm>
            <a:off x="311700" y="1152475"/>
            <a:ext cx="8520600" cy="37485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[Phl 1:2 LSB] Grace to you and peace from God our Father AND the Lord Jesus Christ.</a:t>
            </a:r>
            <a:endParaRPr/>
          </a:p>
          <a:p>
            <a:pPr indent="0" lvl="0" marL="0" rtl="0" algn="l">
              <a:spcBef>
                <a:spcPts val="1200"/>
              </a:spcBef>
              <a:spcAft>
                <a:spcPts val="0"/>
              </a:spcAft>
              <a:buNone/>
            </a:pPr>
            <a:r>
              <a:rPr lang="en"/>
              <a:t>The truth is there is not a trinitarian view in the NT, but a binatarian, of God the Father and the Son Jesus. That it is teaching you to worship two - the God of creation and His son Jesus. This is why later Christians altered the formula, and added passages to the NT like the baptismal formula at the end of Matthew and the famous trinitarian fraud, 1 Jo 5:7. The truth is up until the early 3rd century with Tertullian, every Christian worshiped Jesus _AND_ the Father as separate beings.</a:t>
            </a:r>
            <a:endParaRPr/>
          </a:p>
          <a:p>
            <a:pPr indent="0" lvl="0" marL="0" rtl="0" algn="l">
              <a:spcBef>
                <a:spcPts val="1200"/>
              </a:spcBef>
              <a:spcAft>
                <a:spcPts val="1200"/>
              </a:spcAft>
              <a:buNone/>
            </a:pPr>
            <a:r>
              <a:rPr lang="en"/>
              <a:t>Philippians is the book that reveals his high level of idolatry, especially in chapter 2. Where Paul replaces YHWH in Isaiah 45, with Jesus in 2:5-11. He even changes the oath Isaiah declares to YHWH to be about Jesus.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Greek Collosi builders of great idols</a:t>
            </a:r>
            <a:endParaRPr/>
          </a:p>
        </p:txBody>
      </p:sp>
      <p:sp>
        <p:nvSpPr>
          <p:cNvPr id="157" name="Google Shape;157;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[Col 1:15 LSB] Who is the IMAGE of the invisible God, the firstborn of all creation.</a:t>
            </a:r>
            <a:endParaRPr/>
          </a:p>
          <a:p>
            <a:pPr indent="0" lvl="0" marL="0" rtl="0" algn="l">
              <a:spcBef>
                <a:spcPts val="1200"/>
              </a:spcBef>
              <a:spcAft>
                <a:spcPts val="0"/>
              </a:spcAft>
              <a:buNone/>
            </a:pPr>
            <a:r>
              <a:rPr lang="en"/>
              <a:t>So many Christians - even those who have abandoned Paul, still pray to this idol. Jesus/Yeshua HaMashiach is an idol. Paul is plainly telling you the truth here. He is merely the </a:t>
            </a:r>
            <a:r>
              <a:rPr i="1" lang="en"/>
              <a:t>IMAGE</a:t>
            </a:r>
            <a:r>
              <a:rPr lang="en"/>
              <a:t> of the invisible God, yet you pray, worship and revere the IMAGE OF GOD as if it WERE GOD. </a:t>
            </a:r>
            <a:endParaRPr/>
          </a:p>
          <a:p>
            <a:pPr indent="0" lvl="0" marL="0" rtl="0" algn="l">
              <a:spcBef>
                <a:spcPts val="1200"/>
              </a:spcBef>
              <a:spcAft>
                <a:spcPts val="1200"/>
              </a:spcAft>
              <a:buNone/>
            </a:pPr>
            <a:r>
              <a:rPr lang="en"/>
              <a:t>You then tell me, I am deceived? Because I worship YHWH the Father above alone? Because I have destroyed the idols in my heart and refuse to rebuild what I destroyed?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Proof of the bifurcation of God in Thessalonica</a:t>
            </a:r>
            <a:endParaRPr/>
          </a:p>
        </p:txBody>
      </p:sp>
      <p:sp>
        <p:nvSpPr>
          <p:cNvPr id="163" name="Google Shape;163;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[1Th 1:9-10 LSB] For they themselves report about us what kind of an entrance we had with you, and how you turned to God from idols to serve a living and true God, and to wait for His Son from heaven, whom He raised from the dead, Jesus, who rescues us from the wrath to come.</a:t>
            </a:r>
            <a:endParaRPr/>
          </a:p>
          <a:p>
            <a:pPr indent="0" lvl="0" marL="0" rtl="0" algn="l">
              <a:spcBef>
                <a:spcPts val="1200"/>
              </a:spcBef>
              <a:spcAft>
                <a:spcPts val="1200"/>
              </a:spcAft>
              <a:buNone/>
            </a:pPr>
            <a:r>
              <a:rPr lang="en"/>
              <a:t>People who turn from idolatry aren’t likely to truly drop it and that’s what the history of Christianity shows us. Paul here is again separating God the Father from his Son Jesus, whom HE (God) raised from the dead according to Jesus. Who rescues then from wrath in the context here?</a:t>
            </a:r>
            <a:br>
              <a:rPr lang="en"/>
            </a:br>
            <a:br>
              <a:rPr lang="en"/>
            </a:br>
            <a:r>
              <a:rPr lang="en"/>
              <a:t>GOD ALONE. Yet you pray to Jesus, you </a:t>
            </a:r>
            <a:r>
              <a:rPr lang="en"/>
              <a:t>worship</a:t>
            </a:r>
            <a:r>
              <a:rPr lang="en"/>
              <a:t> and sing his name, when he couldn’t even raise himself from the dead. The idolatry of the NT is revealed within the 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Truth in plain sight to Thessolanica</a:t>
            </a:r>
            <a:endParaRPr/>
          </a:p>
        </p:txBody>
      </p:sp>
      <p:sp>
        <p:nvSpPr>
          <p:cNvPr id="169" name="Google Shape;169;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[2Th 2:11 LSB] And for this reason God sends upon them a deluding influence so that they will believe what is false,</a:t>
            </a:r>
            <a:endParaRPr/>
          </a:p>
          <a:p>
            <a:pPr indent="0" lvl="0" marL="0" rtl="0" algn="l">
              <a:spcBef>
                <a:spcPts val="1200"/>
              </a:spcBef>
              <a:spcAft>
                <a:spcPts val="1200"/>
              </a:spcAft>
              <a:buNone/>
            </a:pPr>
            <a:r>
              <a:rPr lang="en"/>
              <a:t>The elite always have to reveal their plan before they </a:t>
            </a:r>
            <a:r>
              <a:rPr lang="en"/>
              <a:t>execute it. Here is a perfect example of that. Paul a Herodian is telling us plainly in the second chapter of 2 Thess what he had done, and continues to do. That he was the deluding influence, leading you astray from the Torah. You believe what is false, by Paul’s own admission in other epistles, that his lie is for God’s glory.</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cursing tongue of Shaul to condemn Timothy</a:t>
            </a:r>
            <a:endParaRPr/>
          </a:p>
        </p:txBody>
      </p:sp>
      <p:sp>
        <p:nvSpPr>
          <p:cNvPr id="175" name="Google Shape;175;p33"/>
          <p:cNvSpPr txBox="1"/>
          <p:nvPr>
            <p:ph idx="1" type="body"/>
          </p:nvPr>
        </p:nvSpPr>
        <p:spPr>
          <a:xfrm>
            <a:off x="311700" y="1152475"/>
            <a:ext cx="8520600" cy="3824700"/>
          </a:xfrm>
          <a:prstGeom prst="rect">
            <a:avLst/>
          </a:prstGeom>
        </p:spPr>
        <p:txBody>
          <a:bodyPr anchorCtr="0" anchor="t" bIns="91425" lIns="91425" spcFirstLastPara="1" rIns="91425" wrap="square" tIns="91425">
            <a:normAutofit fontScale="62500" lnSpcReduction="10000"/>
          </a:bodyPr>
          <a:lstStyle/>
          <a:p>
            <a:pPr indent="0" lvl="0" marL="0" rtl="0" algn="l">
              <a:spcBef>
                <a:spcPts val="0"/>
              </a:spcBef>
              <a:spcAft>
                <a:spcPts val="0"/>
              </a:spcAft>
              <a:buNone/>
            </a:pPr>
            <a:r>
              <a:rPr lang="en"/>
              <a:t>Timothy whom Paul circumcised, and thus damned to eternal torment (Gal 5:2-4, Acts 16:1-4) received this stern warning from our confessed liar.</a:t>
            </a:r>
            <a:endParaRPr/>
          </a:p>
          <a:p>
            <a:pPr indent="0" lvl="0" marL="0" rtl="0" algn="l">
              <a:spcBef>
                <a:spcPts val="1200"/>
              </a:spcBef>
              <a:spcAft>
                <a:spcPts val="0"/>
              </a:spcAft>
              <a:buNone/>
            </a:pPr>
            <a:r>
              <a:rPr lang="en"/>
              <a:t>[1Ti 1:20 LSB] Among these are Hymenaeus and Alexander, whom I have handed over to Satan, so that they will be taught not to blaspheme.</a:t>
            </a:r>
            <a:endParaRPr/>
          </a:p>
          <a:p>
            <a:pPr indent="0" lvl="0" marL="0" rtl="0" algn="l">
              <a:spcBef>
                <a:spcPts val="1200"/>
              </a:spcBef>
              <a:spcAft>
                <a:spcPts val="0"/>
              </a:spcAft>
              <a:buNone/>
            </a:pPr>
            <a:r>
              <a:rPr lang="en"/>
              <a:t>That Paul had determined he was God and had the ability to hand men over to Satan, so they will be taught not to blaspheme. This isn’t the first time Paul would do something like this.</a:t>
            </a:r>
            <a:endParaRPr/>
          </a:p>
          <a:p>
            <a:pPr indent="0" lvl="0" marL="0" rtl="0" algn="l">
              <a:spcBef>
                <a:spcPts val="1200"/>
              </a:spcBef>
              <a:spcAft>
                <a:spcPts val="0"/>
              </a:spcAft>
              <a:buNone/>
            </a:pPr>
            <a:r>
              <a:rPr lang="en"/>
              <a:t>[1Co 5:5 LSB] deliver such a one to Satan for the destruction of his flesh, so that his spirit may be saved in the day of the Lord.</a:t>
            </a:r>
            <a:endParaRPr/>
          </a:p>
          <a:p>
            <a:pPr indent="0" lvl="0" marL="0" rtl="0" algn="l">
              <a:spcBef>
                <a:spcPts val="1200"/>
              </a:spcBef>
              <a:spcAft>
                <a:spcPts val="0"/>
              </a:spcAft>
              <a:buNone/>
            </a:pPr>
            <a:r>
              <a:rPr lang="en"/>
              <a:t>That he commands his disciples to deliver those he calls out of line with his Gospel to Satan that Satan may destroy their flesh, so their spirit may be saved. This is such a nonsensical dualist Platonic dumpster fire. Your flesh and spirit are one being. If your flesh is destroyed, so to follows your spirit.</a:t>
            </a:r>
            <a:endParaRPr/>
          </a:p>
          <a:p>
            <a:pPr indent="0" lvl="0" marL="0" rtl="0" algn="l">
              <a:spcBef>
                <a:spcPts val="1200"/>
              </a:spcBef>
              <a:spcAft>
                <a:spcPts val="0"/>
              </a:spcAft>
              <a:buNone/>
            </a:pPr>
            <a:r>
              <a:rPr lang="en"/>
              <a:t>[Psa 1:4-6 LSB] The wicked are not so, But they are like chaff which the wind drives away. 5 Therefore the wicked will not rise in the judgment, Nor sinners in the congregation of the righteous. 6 For Yahweh knows the way of the righteous, But the way of the wicked will perish.</a:t>
            </a:r>
            <a:endParaRPr/>
          </a:p>
          <a:p>
            <a:pPr indent="0" lvl="0" marL="0" rtl="0" algn="l">
              <a:spcBef>
                <a:spcPts val="1200"/>
              </a:spcBef>
              <a:spcAft>
                <a:spcPts val="1200"/>
              </a:spcAft>
              <a:buNone/>
            </a:pPr>
            <a:r>
              <a:rPr lang="en"/>
              <a:t>If you die wicked, your spirit will perish according to the words of the Prophets of Yahweh. Your spirit will not be saved by Satan destroying your flesh.</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Paul’s condemnation of the just</a:t>
            </a:r>
            <a:endParaRPr/>
          </a:p>
        </p:txBody>
      </p:sp>
      <p:sp>
        <p:nvSpPr>
          <p:cNvPr id="181" name="Google Shape;181;p34"/>
          <p:cNvSpPr txBox="1"/>
          <p:nvPr>
            <p:ph idx="1" type="body"/>
          </p:nvPr>
        </p:nvSpPr>
        <p:spPr>
          <a:xfrm>
            <a:off x="311700" y="1152475"/>
            <a:ext cx="8520600" cy="3713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[2Ti 1:15 LSB] You are aware of this: that all who are in Asia turned away from me, among whom are Phygelus and Hermogenes.</a:t>
            </a:r>
            <a:endParaRPr/>
          </a:p>
          <a:p>
            <a:pPr indent="0" lvl="0" marL="0" rtl="0" algn="l">
              <a:spcBef>
                <a:spcPts val="1200"/>
              </a:spcBef>
              <a:spcAft>
                <a:spcPts val="0"/>
              </a:spcAft>
              <a:buNone/>
            </a:pPr>
            <a:r>
              <a:rPr lang="en"/>
              <a:t>Did these men turn from God or from Paul?</a:t>
            </a:r>
            <a:endParaRPr/>
          </a:p>
          <a:p>
            <a:pPr indent="0" lvl="0" marL="0" rtl="0" algn="l">
              <a:spcBef>
                <a:spcPts val="1200"/>
              </a:spcBef>
              <a:spcAft>
                <a:spcPts val="0"/>
              </a:spcAft>
              <a:buNone/>
            </a:pPr>
            <a:r>
              <a:rPr lang="en"/>
              <a:t>According to Paul’s own words, they turned “AWAY FROM ME” - they were turning back to YHWH and AWAY FROM PAUL. This is what we all must do, turn away from Paul and his false message of </a:t>
            </a:r>
            <a:r>
              <a:rPr lang="en"/>
              <a:t>salvation</a:t>
            </a:r>
            <a:r>
              <a:rPr lang="en"/>
              <a:t> by faith.</a:t>
            </a:r>
            <a:endParaRPr/>
          </a:p>
          <a:p>
            <a:pPr indent="0" lvl="0" marL="0" rtl="0" algn="l">
              <a:spcBef>
                <a:spcPts val="1200"/>
              </a:spcBef>
              <a:spcAft>
                <a:spcPts val="0"/>
              </a:spcAft>
              <a:buNone/>
            </a:pPr>
            <a:r>
              <a:rPr lang="en"/>
              <a:t>[2Ti 2:5 LSB] And also if anyone competes as an athlete, he is not crowned unless he competes according to the rules.</a:t>
            </a:r>
            <a:endParaRPr/>
          </a:p>
          <a:p>
            <a:pPr indent="0" lvl="0" marL="0" rtl="0" algn="l">
              <a:spcBef>
                <a:spcPts val="1200"/>
              </a:spcBef>
              <a:spcAft>
                <a:spcPts val="1200"/>
              </a:spcAft>
              <a:buNone/>
            </a:pPr>
            <a:r>
              <a:rPr lang="en"/>
              <a:t>As I discussed in my prior study, the Gospel of Paul is the Gospel of Antiochus of Epiphanes. Complete with all the bread and circus, and anti circumcision pro Greek </a:t>
            </a:r>
            <a:r>
              <a:rPr lang="en"/>
              <a:t>amphitheatre</a:t>
            </a:r>
            <a:r>
              <a:rPr lang="en"/>
              <a:t> and theatrics.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Message to the Cretans through Titus</a:t>
            </a:r>
            <a:endParaRPr/>
          </a:p>
        </p:txBody>
      </p:sp>
      <p:sp>
        <p:nvSpPr>
          <p:cNvPr id="187" name="Google Shape;187;p35"/>
          <p:cNvSpPr txBox="1"/>
          <p:nvPr>
            <p:ph idx="1" type="body"/>
          </p:nvPr>
        </p:nvSpPr>
        <p:spPr>
          <a:xfrm>
            <a:off x="311700" y="1152475"/>
            <a:ext cx="8520600" cy="37416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[Tit 1:12 LSB] One of themselves, a prophet of their own, said, "Cretans are always liars, evil beasts, lazy gluttons."</a:t>
            </a:r>
            <a:endParaRPr/>
          </a:p>
          <a:p>
            <a:pPr indent="0" lvl="0" marL="0" rtl="0" algn="l">
              <a:spcBef>
                <a:spcPts val="1200"/>
              </a:spcBef>
              <a:spcAft>
                <a:spcPts val="0"/>
              </a:spcAft>
              <a:buNone/>
            </a:pPr>
            <a:r>
              <a:rPr lang="en"/>
              <a:t>Now this is an interesting thing from Paul, his constant appeal to Greek philosophers and Greek Philosophy. Instead of quoting the Torah and the Prophets, he quotes a Greek Philosopher, calls him a Prophet and says his statement is “truth”. This is an interesting problem, as the philosopher was himself a Cretan. So if his statement is true that, “they are always liars” then how can it be a statement of truth?</a:t>
            </a:r>
            <a:endParaRPr/>
          </a:p>
          <a:p>
            <a:pPr indent="0" lvl="0" marL="0" rtl="0" algn="l">
              <a:spcBef>
                <a:spcPts val="1200"/>
              </a:spcBef>
              <a:spcAft>
                <a:spcPts val="0"/>
              </a:spcAft>
              <a:buNone/>
            </a:pPr>
            <a:r>
              <a:rPr lang="en"/>
              <a:t>Paul himself shows he was influenced by this philosopher:</a:t>
            </a:r>
            <a:endParaRPr/>
          </a:p>
          <a:p>
            <a:pPr indent="0" lvl="0" marL="0" rtl="0" algn="l">
              <a:spcBef>
                <a:spcPts val="1200"/>
              </a:spcBef>
              <a:spcAft>
                <a:spcPts val="0"/>
              </a:spcAft>
              <a:buNone/>
            </a:pPr>
            <a:r>
              <a:rPr lang="en"/>
              <a:t>[Rom 3:4 LSB] 4 May it never be! Rather, let God be true and every man a liar, as it is written, "THAT YOU MAY BE JUSTIFIED IN YOUR WORDS, AND OVERCOME WHEN YOU ARE JUDGED."</a:t>
            </a:r>
            <a:endParaRPr/>
          </a:p>
          <a:p>
            <a:pPr indent="0" lvl="0" marL="0" rtl="0" algn="l">
              <a:spcBef>
                <a:spcPts val="1200"/>
              </a:spcBef>
              <a:spcAft>
                <a:spcPts val="0"/>
              </a:spcAft>
              <a:buNone/>
            </a:pPr>
            <a:r>
              <a:rPr lang="en"/>
              <a:t>So to justify his words, his lie he misquotes David in Psalm 51 and declares, ALL MEN ARE LIARS but therefore God is truth? This is a false choice, a Hegelian dialectic. God being the ultimate source of truth doesn’t make all men liars. And David’s statement isn’t about our words, it’s about YHWH.</a:t>
            </a:r>
            <a:endParaRPr/>
          </a:p>
          <a:p>
            <a:pPr indent="0" lvl="0" marL="0" rtl="0" algn="l">
              <a:spcBef>
                <a:spcPts val="1200"/>
              </a:spcBef>
              <a:spcAft>
                <a:spcPts val="0"/>
              </a:spcAft>
              <a:buNone/>
            </a:pPr>
            <a:r>
              <a:rPr lang="en"/>
              <a:t>[Psa 51:4 NKJV] Against You, You only, have I sinned, And done [this] evil in Your sight--That YOU (YHWH) may be found just when You speak, [And] blameless when You judge.</a:t>
            </a:r>
            <a:endParaRPr/>
          </a:p>
          <a:p>
            <a:pPr indent="0" lvl="0" marL="0" rtl="0" algn="l">
              <a:spcBef>
                <a:spcPts val="1200"/>
              </a:spcBef>
              <a:spcAft>
                <a:spcPts val="1200"/>
              </a:spcAft>
              <a:buNone/>
            </a:pPr>
            <a:r>
              <a:rPr lang="en"/>
              <a:t>It’s almost like Paul didn’t expect his illiterate Greek audience to read what he was misquoting.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You Philemon owe me your very life</a:t>
            </a:r>
            <a:endParaRPr/>
          </a:p>
        </p:txBody>
      </p:sp>
      <p:sp>
        <p:nvSpPr>
          <p:cNvPr id="193" name="Google Shape;193;p36"/>
          <p:cNvSpPr txBox="1"/>
          <p:nvPr>
            <p:ph idx="1" type="body"/>
          </p:nvPr>
        </p:nvSpPr>
        <p:spPr>
          <a:xfrm>
            <a:off x="311700" y="1152475"/>
            <a:ext cx="8520600" cy="3873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[Phm 1:19 LSB] I, Paul, am writing this with my own hand, I will repay it (not to mention to you that you owe to me even your own self as well).</a:t>
            </a:r>
            <a:endParaRPr/>
          </a:p>
          <a:p>
            <a:pPr indent="0" lvl="0" marL="0" rtl="0" algn="l">
              <a:spcBef>
                <a:spcPts val="1200"/>
              </a:spcBef>
              <a:spcAft>
                <a:spcPts val="0"/>
              </a:spcAft>
              <a:buNone/>
            </a:pPr>
            <a:r>
              <a:rPr lang="en"/>
              <a:t>This sounds like the words you’d hear from a mob boss asking for recompense. Sure I Paul will repay it, but don’t forget that you owe me all of yourself, that I PAUL SAVED YOU.</a:t>
            </a:r>
            <a:endParaRPr/>
          </a:p>
          <a:p>
            <a:pPr indent="0" lvl="0" marL="0" rtl="0" algn="l">
              <a:spcBef>
                <a:spcPts val="1200"/>
              </a:spcBef>
              <a:spcAft>
                <a:spcPts val="1200"/>
              </a:spcAft>
              <a:buNone/>
            </a:pPr>
            <a:r>
              <a:rPr lang="en"/>
              <a:t>Think about the audacity of such a statement. Is it any wonder Philemon the shortest of Paul’s epistles is the least read of Paul’s epistles? It’s almost as if the clergy is also expecting you to be illiterate.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last days - 2000 years removed</a:t>
            </a:r>
            <a:endParaRPr/>
          </a:p>
        </p:txBody>
      </p:sp>
      <p:sp>
        <p:nvSpPr>
          <p:cNvPr id="199" name="Google Shape;199;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[Heb 1:2 LSB] in </a:t>
            </a:r>
            <a:r>
              <a:rPr b="1" lang="en"/>
              <a:t>THESE LAST DAYS</a:t>
            </a:r>
            <a:r>
              <a:rPr lang="en"/>
              <a:t> spoke to us in [His] Son, whom He appointed heir of all things, through whom also He made the worlds,</a:t>
            </a:r>
            <a:endParaRPr/>
          </a:p>
          <a:p>
            <a:pPr indent="0" lvl="0" marL="0" rtl="0" algn="l">
              <a:spcBef>
                <a:spcPts val="1200"/>
              </a:spcBef>
              <a:spcAft>
                <a:spcPts val="0"/>
              </a:spcAft>
              <a:buNone/>
            </a:pPr>
            <a:r>
              <a:rPr lang="en"/>
              <a:t>[Heb 4:1 LSB] Therefore, let us fear, lest, while a promise remains of entering His rest, </a:t>
            </a:r>
            <a:r>
              <a:rPr b="1" lang="en"/>
              <a:t>ANY ONE OF YOU</a:t>
            </a:r>
            <a:r>
              <a:rPr lang="en"/>
              <a:t> may seem to have fallen short of it.</a:t>
            </a:r>
            <a:endParaRPr/>
          </a:p>
          <a:p>
            <a:pPr indent="0" lvl="0" marL="0" rtl="0" algn="l">
              <a:spcBef>
                <a:spcPts val="1200"/>
              </a:spcBef>
              <a:spcAft>
                <a:spcPts val="1200"/>
              </a:spcAft>
              <a:buNone/>
            </a:pPr>
            <a:r>
              <a:rPr lang="en"/>
              <a:t>These words were written to those people, as the author like all the authors of the failed “NEW TESTAMENT” have failed to deliver upon their promises of an immediate return of their lord and savior Jesus. Clearly as I said in the beginning, unless the resurrection happened (and it can be definitively and clearly proven from the NT that it did not, that we are not living in the release of Satan either) every word of the NT is untrustworthy - which we will prove at the end of this twenty seven book saga. And it also doesn’t matter that it’s one statement of truth that I’m proving wrong from each book as it only takes one false statement from a prophet to make a false prophet.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James the masked man</a:t>
            </a:r>
            <a:endParaRPr/>
          </a:p>
        </p:txBody>
      </p:sp>
      <p:sp>
        <p:nvSpPr>
          <p:cNvPr id="205" name="Google Shape;205;p38"/>
          <p:cNvSpPr txBox="1"/>
          <p:nvPr>
            <p:ph idx="1" type="body"/>
          </p:nvPr>
        </p:nvSpPr>
        <p:spPr>
          <a:xfrm>
            <a:off x="311700" y="1152475"/>
            <a:ext cx="8520600" cy="386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In my mind, whoever James was writing to were clearly </a:t>
            </a:r>
            <a:r>
              <a:rPr lang="en"/>
              <a:t>enemies of Paul’s Gospel as the entire epistle is a treatise against Paul, his disciples and his gospel message. However - this is not the standard of truth, and it doesn’t matter if there is truth in it, is </a:t>
            </a:r>
            <a:r>
              <a:rPr i="1" lang="en"/>
              <a:t>every word</a:t>
            </a:r>
            <a:r>
              <a:rPr lang="en"/>
              <a:t> truth or is it a mixture, hiding and masking itself with the many statements of truth?</a:t>
            </a:r>
            <a:endParaRPr/>
          </a:p>
          <a:p>
            <a:pPr indent="0" lvl="0" marL="0" rtl="0" algn="l">
              <a:spcBef>
                <a:spcPts val="1200"/>
              </a:spcBef>
              <a:spcAft>
                <a:spcPts val="0"/>
              </a:spcAft>
              <a:buNone/>
            </a:pPr>
            <a:r>
              <a:rPr lang="en"/>
              <a:t>[Jas 4:1-4 LSB] What is the source of quarrels and conflicts among you? Is not the source your pleasures that wage war in your members? You lust and do not have, [so] you murder. You are envious and cannot obtain, [so] you fight and quarrel. You do not have because you do not ask. You ask and do not receive, because you ask with wrong motives, so that you may spend [it] on your pleasures. You adulteresses, do you not know that friendship with the world is hostility toward God? Therefore, whoever wishes to be a friend of the world sets himself as an enemy of God.</a:t>
            </a:r>
            <a:endParaRPr/>
          </a:p>
          <a:p>
            <a:pPr indent="0" lvl="0" marL="0" rtl="0" algn="l">
              <a:spcBef>
                <a:spcPts val="1200"/>
              </a:spcBef>
              <a:spcAft>
                <a:spcPts val="1200"/>
              </a:spcAft>
              <a:buNone/>
            </a:pPr>
            <a:r>
              <a:rPr lang="en"/>
              <a:t>You may not even see it immediately. It depends on how well studied you are in the Torah. Do you not know that Torah never declares you an enemy of YHWH for having friendship with the world? Now, you should be set apart to YHWH ways - but this is YHWH world, it’s his creation. He tasked us with being in charge of it, not enemies with it. This Platonic idea is what has led to the pillaging of resources in the world, which is what leads to droughts, plagues and famines. We fall under the curse for our continued disobedience to Torah - which includes care of the land and animals that YHWH created.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Peter’s great lie</a:t>
            </a:r>
            <a:endParaRPr/>
          </a:p>
        </p:txBody>
      </p:sp>
      <p:sp>
        <p:nvSpPr>
          <p:cNvPr id="211" name="Google Shape;211;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Now 1 Peter has a lot of problems, and is thoroughly Pauline. However, the biggest is the authors lie of who wrote it.</a:t>
            </a:r>
            <a:endParaRPr/>
          </a:p>
          <a:p>
            <a:pPr indent="0" lvl="0" marL="0" rtl="0" algn="l">
              <a:spcBef>
                <a:spcPts val="1200"/>
              </a:spcBef>
              <a:spcAft>
                <a:spcPts val="0"/>
              </a:spcAft>
              <a:buNone/>
            </a:pPr>
            <a:r>
              <a:rPr lang="en"/>
              <a:t>[1Pe 5:12 LSB] Through Silvanus, our faithful brother as I regard [him], I have written to you briefly, exhorting and bearing witness that this is the true grace of God. Stand firm in it!</a:t>
            </a:r>
            <a:endParaRPr/>
          </a:p>
          <a:p>
            <a:pPr indent="0" lvl="0" marL="0" rtl="0" algn="l">
              <a:spcBef>
                <a:spcPts val="1200"/>
              </a:spcBef>
              <a:spcAft>
                <a:spcPts val="1200"/>
              </a:spcAft>
              <a:buNone/>
            </a:pPr>
            <a:r>
              <a:rPr lang="en"/>
              <a:t>Silvanus is Silas, one of Paul’s closest associates and he’s using the name of Peter to give this writing authority. He is lying, and therefore by one lie we can throw out the entire work.</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2nd Peter’s big mistake of imputed righteousness</a:t>
            </a:r>
            <a:endParaRPr/>
          </a:p>
        </p:txBody>
      </p:sp>
      <p:sp>
        <p:nvSpPr>
          <p:cNvPr id="217" name="Google Shape;217;p40"/>
          <p:cNvSpPr txBox="1"/>
          <p:nvPr>
            <p:ph idx="1" type="body"/>
          </p:nvPr>
        </p:nvSpPr>
        <p:spPr>
          <a:xfrm>
            <a:off x="311700" y="1152475"/>
            <a:ext cx="8520600" cy="37692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[2Pe 2:7 LSB] and [if] He rescued righteous Lot, oppressed by the sensual conduct of unprincipled men</a:t>
            </a:r>
            <a:endParaRPr/>
          </a:p>
          <a:p>
            <a:pPr indent="0" lvl="0" marL="0" rtl="0" algn="l">
              <a:spcBef>
                <a:spcPts val="1200"/>
              </a:spcBef>
              <a:spcAft>
                <a:spcPts val="0"/>
              </a:spcAft>
              <a:buNone/>
            </a:pPr>
            <a:r>
              <a:rPr lang="en"/>
              <a:t>Not one passage of the Torah or the Prophets declared Lot righteous. The reason he was rescued is because of YHWH relationship to Abraham. And in fact, Ezekiel says this:</a:t>
            </a:r>
            <a:endParaRPr/>
          </a:p>
          <a:p>
            <a:pPr indent="0" lvl="0" marL="0" rtl="0" algn="l">
              <a:spcBef>
                <a:spcPts val="1200"/>
              </a:spcBef>
              <a:spcAft>
                <a:spcPts val="0"/>
              </a:spcAft>
              <a:buNone/>
            </a:pPr>
            <a:r>
              <a:rPr lang="en"/>
              <a:t>[Eze 14:20 LSB] 20 even [though] Noah, Daniel, and Job were in its midst, as I live," declares Lord Yahweh, "they could not deliver either [their] son or [their] daughter. They would deliver only themselves by their righteousness."</a:t>
            </a:r>
            <a:endParaRPr/>
          </a:p>
          <a:p>
            <a:pPr indent="0" lvl="0" marL="0" rtl="0" algn="l">
              <a:spcBef>
                <a:spcPts val="1200"/>
              </a:spcBef>
              <a:spcAft>
                <a:spcPts val="1200"/>
              </a:spcAft>
              <a:buNone/>
            </a:pPr>
            <a:r>
              <a:rPr lang="en"/>
              <a:t>That if Noah, Daniel and Job were in the city of destruction on the day of judgment - they would only deliver themselves, not their families. Lot’s salvation was through Abraham, in the future salvation will only be by one’s OWN righteousness. Not only does this destroy the idea of Lot being delivered by his own righteousness, it destroys the idea that the righteousness of Jesus can be imputed to you and me by faith.</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false advocate of 1 John	</a:t>
            </a:r>
            <a:endParaRPr/>
          </a:p>
        </p:txBody>
      </p:sp>
      <p:sp>
        <p:nvSpPr>
          <p:cNvPr id="223" name="Google Shape;223;p41"/>
          <p:cNvSpPr txBox="1"/>
          <p:nvPr>
            <p:ph idx="1" type="body"/>
          </p:nvPr>
        </p:nvSpPr>
        <p:spPr>
          <a:xfrm>
            <a:off x="311700" y="1152475"/>
            <a:ext cx="8520600" cy="38733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[1Jo 2:1 LSB] My little children, I am writing these things to you so that you may not sin. And if anyone sins, we have an Advocate with the Father, Jesus Christ the righteous;</a:t>
            </a:r>
            <a:endParaRPr/>
          </a:p>
          <a:p>
            <a:pPr indent="0" lvl="0" marL="0" rtl="0" algn="l">
              <a:spcBef>
                <a:spcPts val="1200"/>
              </a:spcBef>
              <a:spcAft>
                <a:spcPts val="0"/>
              </a:spcAft>
              <a:buNone/>
            </a:pPr>
            <a:r>
              <a:rPr lang="en"/>
              <a:t>How many of you know what happened when Moses tried to become the advocate between YHWH and Israel?</a:t>
            </a:r>
            <a:endParaRPr/>
          </a:p>
          <a:p>
            <a:pPr indent="0" lvl="0" marL="0" rtl="0" algn="l">
              <a:spcBef>
                <a:spcPts val="1200"/>
              </a:spcBef>
              <a:spcAft>
                <a:spcPts val="0"/>
              </a:spcAft>
              <a:buNone/>
            </a:pPr>
            <a:r>
              <a:rPr lang="en"/>
              <a:t>[Exo 32:30-33 LSB] Now it happened on the next day, that Moses said to the people, "You yourselves have committed a great sin; but now I am going up to Yahweh, perhaps I can make atonement for your sin." Then Moses returned to Yahweh and said, "Alas, this people has committed a great sin, and they have made gods of gold for themselves. "But now, if You will forgive their sin--but if not, please blot me out from Your book which You have written!" And Yahweh said to Moses, "Whoever has sinned against Me, I will blot him out of My book.</a:t>
            </a:r>
            <a:endParaRPr/>
          </a:p>
          <a:p>
            <a:pPr indent="0" lvl="0" marL="0" rtl="0" algn="l">
              <a:spcBef>
                <a:spcPts val="1200"/>
              </a:spcBef>
              <a:spcAft>
                <a:spcPts val="0"/>
              </a:spcAft>
              <a:buNone/>
            </a:pPr>
            <a:r>
              <a:rPr lang="en"/>
              <a:t>If he didn’t allow Moses to be their advocate, why would he allow Jesus to be yours? The point of this is not pointing forward to the need for a third </a:t>
            </a:r>
            <a:r>
              <a:rPr lang="en"/>
              <a:t>party between us and YHWH, but that we NEED NO THIRD PARTY.</a:t>
            </a:r>
            <a:endParaRPr/>
          </a:p>
          <a:p>
            <a:pPr indent="0" lvl="0" marL="0" rtl="0" algn="l">
              <a:spcBef>
                <a:spcPts val="1200"/>
              </a:spcBef>
              <a:spcAft>
                <a:spcPts val="12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Stealing the “arm” of YHWH</a:t>
            </a:r>
            <a:endParaRPr/>
          </a:p>
        </p:txBody>
      </p:sp>
      <p:sp>
        <p:nvSpPr>
          <p:cNvPr id="229" name="Google Shape;229;p42"/>
          <p:cNvSpPr txBox="1"/>
          <p:nvPr>
            <p:ph idx="1" type="body"/>
          </p:nvPr>
        </p:nvSpPr>
        <p:spPr>
          <a:xfrm>
            <a:off x="311700" y="1152475"/>
            <a:ext cx="8520600" cy="3838500"/>
          </a:xfrm>
          <a:prstGeom prst="rect">
            <a:avLst/>
          </a:prstGeom>
        </p:spPr>
        <p:txBody>
          <a:bodyPr anchorCtr="0" anchor="t" bIns="91425" lIns="91425" spcFirstLastPara="1" rIns="91425" wrap="square" tIns="91425">
            <a:normAutofit fontScale="70000"/>
          </a:bodyPr>
          <a:lstStyle/>
          <a:p>
            <a:pPr indent="0" lvl="0" marL="0" rtl="0" algn="l">
              <a:spcBef>
                <a:spcPts val="0"/>
              </a:spcBef>
              <a:spcAft>
                <a:spcPts val="0"/>
              </a:spcAft>
              <a:buNone/>
            </a:pPr>
            <a:r>
              <a:rPr lang="en"/>
              <a:t>Of course the Messianics declare Yeshua is the right hand or arm of YHWH.</a:t>
            </a:r>
            <a:endParaRPr/>
          </a:p>
          <a:p>
            <a:pPr indent="0" lvl="0" marL="0" rtl="0" algn="l">
              <a:spcBef>
                <a:spcPts val="1200"/>
              </a:spcBef>
              <a:spcAft>
                <a:spcPts val="0"/>
              </a:spcAft>
              <a:buNone/>
            </a:pPr>
            <a:r>
              <a:rPr lang="en"/>
              <a:t>[Isa 59:16 LSB] And He saw that there was no man, And was astonished that there was no one to intercede; Then </a:t>
            </a:r>
            <a:r>
              <a:rPr b="1" lang="en"/>
              <a:t>His own arm brought salvation</a:t>
            </a:r>
            <a:r>
              <a:rPr lang="en"/>
              <a:t> to Him, And His righteousness upheld Him.</a:t>
            </a:r>
            <a:endParaRPr/>
          </a:p>
          <a:p>
            <a:pPr indent="0" lvl="0" marL="0" rtl="0" algn="l">
              <a:spcBef>
                <a:spcPts val="1200"/>
              </a:spcBef>
              <a:spcAft>
                <a:spcPts val="0"/>
              </a:spcAft>
              <a:buNone/>
            </a:pPr>
            <a:r>
              <a:rPr lang="en"/>
              <a:t>That’s not at all what YHWH is declaring to Isaiah and to you and me. His arm, is HIS STRENGTH. In the passages after this, YHWH declares he is putting on HIS FULL ARMOR - armor that Paul tries to steal in Ephesians chapter 6, it BELONGS TO YHWH ALONE. It is not our battle to fight, he promises to fight for us.</a:t>
            </a:r>
            <a:endParaRPr/>
          </a:p>
          <a:p>
            <a:pPr indent="0" lvl="0" marL="0" rtl="0" algn="l">
              <a:spcBef>
                <a:spcPts val="1200"/>
              </a:spcBef>
              <a:spcAft>
                <a:spcPts val="0"/>
              </a:spcAft>
              <a:buNone/>
            </a:pPr>
            <a:r>
              <a:rPr lang="en"/>
              <a:t>But you have chosen to make the arm of YHWH a man!</a:t>
            </a:r>
            <a:endParaRPr/>
          </a:p>
          <a:p>
            <a:pPr indent="0" lvl="0" marL="0" rtl="0" algn="l">
              <a:spcBef>
                <a:spcPts val="1200"/>
              </a:spcBef>
              <a:spcAft>
                <a:spcPts val="0"/>
              </a:spcAft>
              <a:buNone/>
            </a:pPr>
            <a:r>
              <a:rPr lang="en"/>
              <a:t>[Jer 17:5-6 LSB] Thus says Yahweh, "Cursed is the man who trusts in mankind And makes flesh his strength (arm), And whose heart turns away from Yahweh. "And he will be like a juniper in the desert And will not see when prosperity comes, But will dwell in stony wastes in the wilderness, A land of salt [which is] not inhabited.</a:t>
            </a:r>
            <a:endParaRPr/>
          </a:p>
          <a:p>
            <a:pPr indent="0" lvl="0" marL="0" rtl="0" algn="l">
              <a:spcBef>
                <a:spcPts val="1200"/>
              </a:spcBef>
              <a:spcAft>
                <a:spcPts val="1200"/>
              </a:spcAft>
              <a:buNone/>
            </a:pPr>
            <a:r>
              <a:rPr lang="en"/>
              <a:t>You have taken the strength the arm and might the right hand of YHWH and given that over to flesh and blood, a mere man. It doesn’t matter if he was resurrected - even if you believe that, he was FULLY MAN, FULLY FLESH AND BLOOD. What you’ve done is steal the glory of YHWH!</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John’s gaslighting antichrist</a:t>
            </a:r>
            <a:endParaRPr/>
          </a:p>
        </p:txBody>
      </p:sp>
      <p:sp>
        <p:nvSpPr>
          <p:cNvPr id="235" name="Google Shape;235;p43"/>
          <p:cNvSpPr txBox="1"/>
          <p:nvPr>
            <p:ph idx="1" type="body"/>
          </p:nvPr>
        </p:nvSpPr>
        <p:spPr>
          <a:xfrm>
            <a:off x="311700" y="1152475"/>
            <a:ext cx="8520600" cy="378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[2Jo 1:7 LSB] For many deceivers have gone out into the world, those who do not confess Jesus Christ [as] coming in the flesh. This is the deceiver and the antichrist.</a:t>
            </a:r>
            <a:endParaRPr/>
          </a:p>
          <a:p>
            <a:pPr indent="0" lvl="0" marL="0" rtl="0" algn="l">
              <a:spcBef>
                <a:spcPts val="1200"/>
              </a:spcBef>
              <a:spcAft>
                <a:spcPts val="0"/>
              </a:spcAft>
              <a:buNone/>
            </a:pPr>
            <a:r>
              <a:rPr lang="en"/>
              <a:t>The test of truth according to John is that those who confess Jesus Christ came in the flesh.</a:t>
            </a:r>
            <a:endParaRPr/>
          </a:p>
          <a:p>
            <a:pPr indent="0" lvl="0" marL="0" rtl="0" algn="l">
              <a:spcBef>
                <a:spcPts val="1200"/>
              </a:spcBef>
              <a:spcAft>
                <a:spcPts val="1200"/>
              </a:spcAft>
              <a:buNone/>
            </a:pPr>
            <a:r>
              <a:rPr lang="en"/>
              <a:t>The real test of truth according to YHWH is do not add to Torah or take away from it, do not go astray to other gods besides YHWH, do not follow after false prophets who lie. There is no such thing as “antichrist” or “anti-messiah” this is John’s invention and it’s an impossible state of reality, all flesh will know YHWH and know His Messiah.</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John’s imaginary straw man enemy</a:t>
            </a:r>
            <a:endParaRPr/>
          </a:p>
        </p:txBody>
      </p:sp>
      <p:sp>
        <p:nvSpPr>
          <p:cNvPr id="241" name="Google Shape;241;p44"/>
          <p:cNvSpPr txBox="1"/>
          <p:nvPr>
            <p:ph idx="1" type="body"/>
          </p:nvPr>
        </p:nvSpPr>
        <p:spPr>
          <a:xfrm>
            <a:off x="311700" y="1152475"/>
            <a:ext cx="8520600" cy="37899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Just as with Paul, John makes Satan a powerful adversarial enemy of YHWH. This shows they were uneducated in Hebrew and the ways of YHWH. </a:t>
            </a:r>
            <a:endParaRPr/>
          </a:p>
          <a:p>
            <a:pPr indent="0" lvl="0" marL="0" rtl="0" algn="l">
              <a:spcBef>
                <a:spcPts val="1200"/>
              </a:spcBef>
              <a:spcAft>
                <a:spcPts val="0"/>
              </a:spcAft>
              <a:buNone/>
            </a:pPr>
            <a:r>
              <a:rPr lang="en"/>
              <a:t>[3Jo 1:11 LSB] Beloved, do not imitate what is evil, but what is good. The one who does good is of God; the one who does evil has not seen God.</a:t>
            </a:r>
            <a:endParaRPr/>
          </a:p>
          <a:p>
            <a:pPr indent="0" lvl="0" marL="0" rtl="0" algn="l">
              <a:spcBef>
                <a:spcPts val="1200"/>
              </a:spcBef>
              <a:spcAft>
                <a:spcPts val="0"/>
              </a:spcAft>
              <a:buNone/>
            </a:pPr>
            <a:r>
              <a:rPr lang="en"/>
              <a:t>Who allows evil to happen?</a:t>
            </a:r>
            <a:endParaRPr/>
          </a:p>
          <a:p>
            <a:pPr indent="0" lvl="0" marL="0" rtl="0" algn="l">
              <a:spcBef>
                <a:spcPts val="1200"/>
              </a:spcBef>
              <a:spcAft>
                <a:spcPts val="0"/>
              </a:spcAft>
              <a:buNone/>
            </a:pPr>
            <a:r>
              <a:rPr lang="en"/>
              <a:t>[Isa 45:7 LSB] The One forming light and creating darkness, Producing peace and creating calamity (Hebrew word RA - which also means EVIL); I am Yahweh who does all these.</a:t>
            </a:r>
            <a:endParaRPr/>
          </a:p>
          <a:p>
            <a:pPr indent="0" lvl="0" marL="0" rtl="0" algn="l">
              <a:spcBef>
                <a:spcPts val="1200"/>
              </a:spcBef>
              <a:spcAft>
                <a:spcPts val="0"/>
              </a:spcAft>
              <a:buNone/>
            </a:pPr>
            <a:r>
              <a:rPr lang="en"/>
              <a:t>[1Ki 22:20-23 LSB] "And Yahweh said, 'Who will entice Ahab so that he will go up and fall at Ramoth-gilead?' And one said this while another said that. "Then a spirit came forward and stood before Yahweh and said, 'I will entice him.' "And Yahweh said to him, 'How?' And he said, 'I will go out and be a lying spirit in the mouth of all his prophets.' Then He said, 'You shall entice [him] and also prevail. Go out and do so.' "So now, behold, Yahweh has put a lying spirit in the mouth of all these your prophets; but Yahweh has spoken calamity against you."</a:t>
            </a:r>
            <a:endParaRPr/>
          </a:p>
          <a:p>
            <a:pPr indent="0" lvl="0" marL="0" rtl="0" algn="l">
              <a:spcBef>
                <a:spcPts val="1200"/>
              </a:spcBef>
              <a:spcAft>
                <a:spcPts val="0"/>
              </a:spcAft>
              <a:buNone/>
            </a:pPr>
            <a:r>
              <a:rPr lang="en"/>
              <a:t>Yahweh put the lying spirit in the mouth of his prophets, to test Ahab. If he followed the lying spirit - he would die.</a:t>
            </a:r>
            <a:endParaRPr/>
          </a:p>
          <a:p>
            <a:pPr indent="0" lvl="0" marL="0" rtl="0" algn="l">
              <a:spcBef>
                <a:spcPts val="1200"/>
              </a:spcBef>
              <a:spcAft>
                <a:spcPts val="1200"/>
              </a:spcAft>
              <a:buNone/>
            </a:pPr>
            <a:r>
              <a:rPr lang="en"/>
              <a:t>The same is true of the NT, this is why I call it the Gospel of Destruction.</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Jude’s crazy story of Moses</a:t>
            </a:r>
            <a:endParaRPr/>
          </a:p>
        </p:txBody>
      </p:sp>
      <p:sp>
        <p:nvSpPr>
          <p:cNvPr id="247" name="Google Shape;247;p45"/>
          <p:cNvSpPr txBox="1"/>
          <p:nvPr>
            <p:ph idx="1" type="body"/>
          </p:nvPr>
        </p:nvSpPr>
        <p:spPr>
          <a:xfrm>
            <a:off x="311700" y="1152475"/>
            <a:ext cx="8520600" cy="38733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[Jde 1:9 LSB] But Michael the archangel, when he, disputing with the devil, was arguing about the body of Moses, did not dare pronounce against him a blasphemous judgment, but said, "The Lord rebuke you!"</a:t>
            </a:r>
            <a:endParaRPr/>
          </a:p>
          <a:p>
            <a:pPr indent="0" lvl="0" marL="0" rtl="0" algn="l">
              <a:spcBef>
                <a:spcPts val="1200"/>
              </a:spcBef>
              <a:spcAft>
                <a:spcPts val="0"/>
              </a:spcAft>
              <a:buNone/>
            </a:pPr>
            <a:r>
              <a:rPr lang="en"/>
              <a:t>This story is not in any book that YHWH inspired. It’s straight out of Babylon, and the Jewish Talmud. Michael (according to the Torah and the Prophets) wasn’t over the body of Moses contending with Satan. This is again, the NT imaginary theology of making Satan an enemy of YHWH, when it’s clear from the Torah and the Prophets he works for YHWH. It’s why the author of Psalm 109 says this of those who speak ill of you:</a:t>
            </a:r>
            <a:endParaRPr/>
          </a:p>
          <a:p>
            <a:pPr indent="0" lvl="0" marL="0" rtl="0" algn="l">
              <a:spcBef>
                <a:spcPts val="1200"/>
              </a:spcBef>
              <a:spcAft>
                <a:spcPts val="0"/>
              </a:spcAft>
              <a:buNone/>
            </a:pPr>
            <a:r>
              <a:rPr lang="en"/>
              <a:t>[Psa 109:6 LSB] Appoint a wicked man over him, And let Satan stand at his right hand.</a:t>
            </a:r>
            <a:endParaRPr/>
          </a:p>
          <a:p>
            <a:pPr indent="0" lvl="0" marL="0" rtl="0" algn="l">
              <a:spcBef>
                <a:spcPts val="1200"/>
              </a:spcBef>
              <a:spcAft>
                <a:spcPts val="1200"/>
              </a:spcAft>
              <a:buNone/>
            </a:pPr>
            <a:r>
              <a:rPr lang="en"/>
              <a:t>It’s interesting that in this prayer/song we are asking YHWH to do what Paul declares he had the power to do. To hand a man over to Satan, which we do pray for in diligence for those who lie about us. YHWH hand all those who belittle my reputation over to Satan.</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first shall be last, and the last shall be first</a:t>
            </a:r>
            <a:endParaRPr/>
          </a:p>
        </p:txBody>
      </p:sp>
      <p:sp>
        <p:nvSpPr>
          <p:cNvPr id="253" name="Google Shape;253;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[Rev 1:1 LSB] The Revelation of Jesus Christ, which God gave Him to show to His slaves the things </a:t>
            </a:r>
            <a:r>
              <a:rPr b="1" lang="en" u="sng"/>
              <a:t>which must SOON happen</a:t>
            </a:r>
            <a:r>
              <a:rPr lang="en"/>
              <a:t>; and He indicated [this] by sending [it] through His angel to His slave John,</a:t>
            </a:r>
            <a:endParaRPr/>
          </a:p>
          <a:p>
            <a:pPr indent="0" lvl="0" marL="0" rtl="0" algn="l">
              <a:spcBef>
                <a:spcPts val="1200"/>
              </a:spcBef>
              <a:spcAft>
                <a:spcPts val="0"/>
              </a:spcAft>
              <a:buNone/>
            </a:pPr>
            <a:r>
              <a:rPr lang="en"/>
              <a:t>It must soon happen.</a:t>
            </a:r>
            <a:endParaRPr/>
          </a:p>
          <a:p>
            <a:pPr indent="0" lvl="0" marL="0" rtl="0" algn="l">
              <a:spcBef>
                <a:spcPts val="1200"/>
              </a:spcBef>
              <a:spcAft>
                <a:spcPts val="1200"/>
              </a:spcAft>
              <a:buNone/>
            </a:pPr>
            <a:r>
              <a:rPr lang="en"/>
              <a:t>It didn’t. None of it did. Yes Jerusalem was destroyed, but Jesus did not return. The seven “churches” are gone and now Christians take a book written for the first/second century believers and try to make it apply to themselves for the past two thousand years.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problem with false prophets</a:t>
            </a:r>
            <a:endParaRPr/>
          </a:p>
        </p:txBody>
      </p:sp>
      <p:sp>
        <p:nvSpPr>
          <p:cNvPr id="259" name="Google Shape;259;p47"/>
          <p:cNvSpPr txBox="1"/>
          <p:nvPr>
            <p:ph idx="1" type="body"/>
          </p:nvPr>
        </p:nvSpPr>
        <p:spPr>
          <a:xfrm>
            <a:off x="311700" y="1152475"/>
            <a:ext cx="8520600" cy="38592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[Deu 18:20-22 LSB] 'But the prophet who speaks a word presumptuously in My name which I have not commanded him to speak, or which he speaks in the name of other gods, that prophet shall die.' "Now you may say in your heart, 'How will we know the word which Yahweh has not spoken?' "When a prophet speaks in the name of Yahweh, if the thing does not come about or come true, that is the thing which Yahweh has not spoken. The prophet has spoken it presumptuously; you shall not be afraid of him.</a:t>
            </a:r>
            <a:endParaRPr/>
          </a:p>
          <a:p>
            <a:pPr indent="0" lvl="0" marL="0" rtl="0" algn="l">
              <a:spcBef>
                <a:spcPts val="1200"/>
              </a:spcBef>
              <a:spcAft>
                <a:spcPts val="0"/>
              </a:spcAft>
              <a:buNone/>
            </a:pPr>
            <a:r>
              <a:rPr lang="en"/>
              <a:t>Every single book of the NT fails this test. Every single book says things that </a:t>
            </a:r>
            <a:r>
              <a:rPr lang="en"/>
              <a:t>contradict</a:t>
            </a:r>
            <a:r>
              <a:rPr lang="en"/>
              <a:t> the Torah and the Prophets, or has straight up failed prophecies as we saw in the last book of the Greek Bible. How many false </a:t>
            </a:r>
            <a:r>
              <a:rPr lang="en"/>
              <a:t>statements or false prophecies does it take to be put to death according to Torah?</a:t>
            </a:r>
            <a:endParaRPr/>
          </a:p>
          <a:p>
            <a:pPr indent="0" lvl="0" marL="0" rtl="0" algn="l">
              <a:spcBef>
                <a:spcPts val="1200"/>
              </a:spcBef>
              <a:spcAft>
                <a:spcPts val="1200"/>
              </a:spcAft>
              <a:buNone/>
            </a:pPr>
            <a:r>
              <a:rPr lang="en"/>
              <a:t>One. It takes only one statement for us to turn from those men and reject them, and return to YHWH in repentance.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Repeated failed prophecies</a:t>
            </a:r>
            <a:endParaRPr/>
          </a:p>
        </p:txBody>
      </p:sp>
      <p:sp>
        <p:nvSpPr>
          <p:cNvPr id="265" name="Google Shape;265;p48"/>
          <p:cNvSpPr txBox="1"/>
          <p:nvPr>
            <p:ph idx="1" type="body"/>
          </p:nvPr>
        </p:nvSpPr>
        <p:spPr>
          <a:xfrm>
            <a:off x="311700" y="1152475"/>
            <a:ext cx="8520600" cy="38523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Numerous times men outside of the NT have tried doing what the NT does, and going a bit further. Giving precise dates for the day of the LORD Jesus. Then the date rolls by, nothing happens and they make up excuses or change the form of the prophecy and Christians cling to their lies even tighter.</a:t>
            </a:r>
            <a:endParaRPr/>
          </a:p>
          <a:p>
            <a:pPr indent="0" lvl="0" marL="0" rtl="0" algn="l">
              <a:spcBef>
                <a:spcPts val="1200"/>
              </a:spcBef>
              <a:spcAft>
                <a:spcPts val="0"/>
              </a:spcAft>
              <a:buNone/>
            </a:pPr>
            <a:r>
              <a:rPr lang="en"/>
              <a:t>The same is true today, and just as the elite have always done, they play on your fears and your lies to control you, to keep you a slave of their system. Today I’ve seen numerous end times prophets declare we are in the tribulation, we are in the last days, Russia is Gog (it’s not and it’s not Magog either) that the global drought is a sign of the end, that the flu is a sign of the end, etc, etc. Then they set dates. It’s coming to an end in 2017, with the rapture - it doesn’t happen, they don’t repent and gain more followers. It’s happening in 2022, 2023, 2024, 2028, 2033, 2045.</a:t>
            </a:r>
            <a:endParaRPr/>
          </a:p>
          <a:p>
            <a:pPr indent="0" lvl="0" marL="0" rtl="0" algn="l">
              <a:spcBef>
                <a:spcPts val="1200"/>
              </a:spcBef>
              <a:spcAft>
                <a:spcPts val="0"/>
              </a:spcAft>
              <a:buNone/>
            </a:pPr>
            <a:r>
              <a:rPr lang="en"/>
              <a:t>It won’t happen, they won’t repent and they will gain followers.</a:t>
            </a:r>
            <a:endParaRPr/>
          </a:p>
          <a:p>
            <a:pPr indent="0" lvl="0" marL="0" rtl="0" algn="l">
              <a:spcBef>
                <a:spcPts val="1200"/>
              </a:spcBef>
              <a:spcAft>
                <a:spcPts val="1200"/>
              </a:spcAft>
              <a:buNone/>
            </a:pPr>
            <a:r>
              <a:rPr lang="en"/>
              <a:t>What I </a:t>
            </a:r>
            <a:r>
              <a:rPr lang="en"/>
              <a:t>fear</a:t>
            </a:r>
            <a:r>
              <a:rPr lang="en"/>
              <a:t> in all this is what I see happening in the unmasking of the NT - and I truly believe this is a movement of YHWH in the spirit of Hezekiah to reveal the </a:t>
            </a:r>
            <a:r>
              <a:rPr lang="en"/>
              <a:t>truth</a:t>
            </a:r>
            <a:r>
              <a:rPr lang="en"/>
              <a:t> of who Jesus is. Once you realize you’ve been lied to, you don’t end up grounded in Torah and YHWH and end up doubting all the Prophets of YHWH. That’s why in a future series I will go through why we can know a Prophet is trustworthy based on the same criteria we use on the NT.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Destruction of idolaters</a:t>
            </a:r>
            <a:endParaRPr/>
          </a:p>
        </p:txBody>
      </p:sp>
      <p:sp>
        <p:nvSpPr>
          <p:cNvPr id="271" name="Google Shape;271;p49"/>
          <p:cNvSpPr txBox="1"/>
          <p:nvPr>
            <p:ph idx="1" type="body"/>
          </p:nvPr>
        </p:nvSpPr>
        <p:spPr>
          <a:xfrm>
            <a:off x="311700" y="1152475"/>
            <a:ext cx="8520600" cy="3734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The NT teaches you have your sin atoned for in the death of an innocent man.</a:t>
            </a:r>
            <a:endParaRPr/>
          </a:p>
          <a:p>
            <a:pPr indent="0" lvl="0" marL="0" rtl="0" algn="l">
              <a:spcBef>
                <a:spcPts val="1200"/>
              </a:spcBef>
              <a:spcAft>
                <a:spcPts val="0"/>
              </a:spcAft>
              <a:buNone/>
            </a:pPr>
            <a:r>
              <a:rPr lang="en"/>
              <a:t>Isaiah says this:</a:t>
            </a:r>
            <a:endParaRPr/>
          </a:p>
          <a:p>
            <a:pPr indent="0" lvl="0" marL="0" rtl="0" algn="l">
              <a:spcBef>
                <a:spcPts val="1200"/>
              </a:spcBef>
              <a:spcAft>
                <a:spcPts val="0"/>
              </a:spcAft>
              <a:buNone/>
            </a:pPr>
            <a:r>
              <a:rPr lang="en"/>
              <a:t>[Isa 27:9 LSB] Therefore through this, Jacob's iniquity will be atoned for; And this will be the whole fruit of the turning away of his sin: When he makes all the altar stones like pulverized chalk stones, [When] Asherim and incense altars will not stand.</a:t>
            </a:r>
            <a:endParaRPr/>
          </a:p>
          <a:p>
            <a:pPr indent="0" lvl="0" marL="0" rtl="0" algn="l">
              <a:spcBef>
                <a:spcPts val="1200"/>
              </a:spcBef>
              <a:spcAft>
                <a:spcPts val="1200"/>
              </a:spcAft>
              <a:buNone/>
            </a:pPr>
            <a:r>
              <a:rPr lang="en"/>
              <a:t>That when the idolatry of the world is ground to chalkstone, then the sins of Jacob will be atoned for. This is why the NT is the Gospel of Destruction - NOT JUST PAUL, it’s ALL A LIE. You cannot </a:t>
            </a:r>
            <a:r>
              <a:rPr lang="en"/>
              <a:t>trust</a:t>
            </a:r>
            <a:r>
              <a:rPr lang="en"/>
              <a:t> ANY of the NT for the salvation of your soul.</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50"/>
          <p:cNvSpPr txBox="1"/>
          <p:nvPr>
            <p:ph type="title"/>
          </p:nvPr>
        </p:nvSpPr>
        <p:spPr>
          <a:xfrm>
            <a:off x="311700" y="140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 regards to our salvation - the NT is not worth it</a:t>
            </a:r>
            <a:endParaRPr/>
          </a:p>
        </p:txBody>
      </p:sp>
      <p:sp>
        <p:nvSpPr>
          <p:cNvPr id="277" name="Google Shape;277;p50"/>
          <p:cNvSpPr txBox="1"/>
          <p:nvPr>
            <p:ph idx="1" type="body"/>
          </p:nvPr>
        </p:nvSpPr>
        <p:spPr>
          <a:xfrm>
            <a:off x="311700" y="712725"/>
            <a:ext cx="8520600" cy="42990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[Dan 3:14-18 LSB] Nebuchadnezzar answered and said to them, "Is it true, Shadrach, Meshach, and Abed-nego, that you are not serving my gods and do not worship the golden image that I have set up? "Now if you are ready, at the time you hear the sound of the horn, flute, lyre, trigon, psaltery, and bagpipe and all kinds of music, then you shall fall down and worship the image that I have made. But if you do not worship, you will immediately be cast into the midst of a furnace of blazing fire; and what god is there who can save you out of my hands?" Shadrach, Meshach, and Abed-nego answered and said to the king, "O Nebuchadnezzar, we do not need to respond to you [with] an answer concerning this matter. "If it be [so], our God whom we serve is able to save us from the furnace of blazing fire; and He will save us out of your hand, O king. "But if not, let it be known to you, O king, that we are not going to serve your gods, and we will not worship the golden image that you have set up."</a:t>
            </a:r>
            <a:endParaRPr/>
          </a:p>
          <a:p>
            <a:pPr indent="0" lvl="0" marL="0" rtl="0" algn="l">
              <a:spcBef>
                <a:spcPts val="1200"/>
              </a:spcBef>
              <a:spcAft>
                <a:spcPts val="0"/>
              </a:spcAft>
              <a:buNone/>
            </a:pPr>
            <a:r>
              <a:rPr lang="en"/>
              <a:t>The LORD of the NT promises the same fate to those of us that are righteous like Hananiah, Mishael, and Azariah. Jesus promised to throw us into the fire, for not bowing to his golden image.</a:t>
            </a:r>
            <a:endParaRPr/>
          </a:p>
          <a:p>
            <a:pPr indent="0" lvl="0" marL="0" rtl="0" algn="l">
              <a:spcBef>
                <a:spcPts val="1200"/>
              </a:spcBef>
              <a:spcAft>
                <a:spcPts val="0"/>
              </a:spcAft>
              <a:buNone/>
            </a:pPr>
            <a:r>
              <a:rPr lang="en"/>
              <a:t>[Rev 1:15 LSB] His feet [were] like burnished bronze, when it has been made to glow in a furnace, and His voice [was] like the sound of many waters,</a:t>
            </a:r>
            <a:endParaRPr/>
          </a:p>
          <a:p>
            <a:pPr indent="0" lvl="0" marL="0" rtl="0" algn="l">
              <a:spcBef>
                <a:spcPts val="1200"/>
              </a:spcBef>
              <a:spcAft>
                <a:spcPts val="0"/>
              </a:spcAft>
              <a:buNone/>
            </a:pPr>
            <a:r>
              <a:rPr lang="en"/>
              <a:t>The NT has constructed an image to worship, to pray to and believe you are saved when you are not.</a:t>
            </a:r>
            <a:endParaRPr/>
          </a:p>
          <a:p>
            <a:pPr indent="0" lvl="0" marL="0" rtl="0" algn="l">
              <a:spcBef>
                <a:spcPts val="1200"/>
              </a:spcBef>
              <a:spcAft>
                <a:spcPts val="1200"/>
              </a:spcAft>
              <a:buNone/>
            </a:pPr>
            <a:r>
              <a:rPr lang="en"/>
              <a:t>If you refuse to bow to the image, the creator of the image threatened throw you into the fire. Do not fear, YHWH our Elohim will protect us. He promised </a:t>
            </a:r>
            <a:r>
              <a:rPr lang="en"/>
              <a:t>life</a:t>
            </a:r>
            <a:r>
              <a:rPr lang="en"/>
              <a:t> for obedience not death.</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51"/>
          <p:cNvSpPr txBox="1"/>
          <p:nvPr>
            <p:ph type="title"/>
          </p:nvPr>
        </p:nvSpPr>
        <p:spPr>
          <a:xfrm>
            <a:off x="311700" y="1330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then am I saved?</a:t>
            </a:r>
            <a:endParaRPr/>
          </a:p>
        </p:txBody>
      </p:sp>
      <p:sp>
        <p:nvSpPr>
          <p:cNvPr id="283" name="Google Shape;283;p51"/>
          <p:cNvSpPr txBox="1"/>
          <p:nvPr>
            <p:ph idx="1" type="body"/>
          </p:nvPr>
        </p:nvSpPr>
        <p:spPr>
          <a:xfrm>
            <a:off x="311700" y="705775"/>
            <a:ext cx="8520600" cy="4382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This is the question someone asks after praying to their idol believing they are presently saved.</a:t>
            </a:r>
            <a:endParaRPr/>
          </a:p>
          <a:p>
            <a:pPr indent="0" lvl="0" marL="0" rtl="0" algn="l">
              <a:spcBef>
                <a:spcPts val="1200"/>
              </a:spcBef>
              <a:spcAft>
                <a:spcPts val="0"/>
              </a:spcAft>
              <a:buNone/>
            </a:pPr>
            <a:r>
              <a:rPr lang="en"/>
              <a:t>[Isa 45:18-20 LSB] For thus says Yahweh, who created the heavens (He is the God who formed the earth and made it; He established it [and] did not create it a formless place, [but] formed it to be inhabited), "I am Yahweh, and there is none else. "I have not spoken in secret, In some dark land; I did not say to the seed of Jacob, 'Seek Me in a formless place'; I, Yahweh, speak righteousness, Declaring things that are upright. "Gather yourselves and come; Draw near together, you who have escaped from the nations; They do not know, Who carry about their graven image of wood And pray to a god who cannot save.</a:t>
            </a:r>
            <a:endParaRPr/>
          </a:p>
          <a:p>
            <a:pPr indent="0" lvl="0" marL="0" rtl="0" algn="l">
              <a:spcBef>
                <a:spcPts val="1200"/>
              </a:spcBef>
              <a:spcAft>
                <a:spcPts val="1200"/>
              </a:spcAft>
              <a:buNone/>
            </a:pPr>
            <a:r>
              <a:rPr lang="en"/>
              <a:t>Now you may not be like Catholics carrying around an actual graven image of wood - but if you believe you need Jesus? You still have that graven image of wood in your heart, and are still praying to a god who cannot save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