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Proxima Nova"/>
      <p:regular r:id="rId27"/>
      <p:bold r:id="rId28"/>
      <p:italic r:id="rId29"/>
      <p:boldItalic r:id="rId30"/>
    </p:embeddedFont>
    <p:embeddedFont>
      <p:font typeface="Alfa Slab One"/>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roximaNova-bold.fntdata"/><Relationship Id="rId27" Type="http://schemas.openxmlformats.org/officeDocument/2006/relationships/font" Target="fonts/ProximaNova-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roximaNova-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lfaSlabOne-regular.fntdata"/><Relationship Id="rId30" Type="http://schemas.openxmlformats.org/officeDocument/2006/relationships/font" Target="fonts/ProximaNov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[Hab 2:5-8 LSB] "And indeed, </a:t>
            </a:r>
            <a:r>
              <a:rPr b="1" lang="en"/>
              <a:t>wine betrays the haughty man</a:t>
            </a:r>
            <a:r>
              <a:rPr lang="en"/>
              <a:t> So that he does not stay at home. He enlarges his appetite like Sheol, (shaul) And he is like death, never satisfied. He also gathers to himself all nations (Goy / Gentiles) And assembles to himself all peoples. "Will not all of these lift up a taunt-song against him, </a:t>
            </a:r>
            <a:r>
              <a:rPr b="1" lang="en"/>
              <a:t>Even satire [and] riddles (parables) against him And say</a:t>
            </a:r>
            <a:r>
              <a:rPr lang="en"/>
              <a:t>, 'Woe to him who increases what is not his-- For how long-- And makes himself rich with loans?' "Will not your creditors rise up suddenly, And those who make you tremble awaken? Indeed, you will become spoil for them. "Because you have taken many nations (goy / Gentiles) as spoil, All that is left of the peoples will take you as spoil-- Because of human bloodshed and violence done to the land, To the town and all its inhabitants.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d8bc8508b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d8bc8508b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d8bc8508b1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d8bc8508b1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d8bc8508b1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d8bc8508b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d8bc8508b1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d8bc8508b1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d8bc8508b1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d8bc8508b1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d8bc8508b1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d8bc8508b1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 early Christian believed that you must pursue death, this is why Peter gladly was crucified upside down.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d8bc8508b1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d8bc8508b1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Torah has no commandment for us to carry our own implement of death and destruction. This is one of the many statements in the NT that make the NT Jesus or Yeshua a </a:t>
            </a:r>
            <a:r>
              <a:rPr lang="en"/>
              <a:t>violator of the Torah.</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d8bc8508b1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d8bc8508b1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d8bc8508b1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d8bc8508b1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d8bc8508b1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d8bc8508b1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d8bc8508b1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d8bc8508b1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I’ve now had several Christians tell me that the six million Jews murdered in the Holocaust will be eternally tormented in the lake of fire for denying Jesus. This is the product of cult thinking, and is completely a wicked thing to say.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d97275d04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d97275d04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important to explain why Isaiah 53 is not preaching a gospel of death for salvation of your soul.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d97275d04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d97275d04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e71cc06a8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e71cc06a8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e71cc06a8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e71cc06a8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d97275d0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d97275d0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important to keep in mind that it was Jerusalem that was pierced, it’s not about a man.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e71cc06a8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e71cc06a8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e71cc06a8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e71cc06a8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e71cc06a8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e71cc06a8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e71cc06a8e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e71cc06a8e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Gospel of Death</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Behold your covenant with death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Drunk on the new wine</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gospel of death is going to explain how Pauline Christianity has you bound to a covenant with death and sheol (which also is Paul’s Hebrew name, Shaul) - I’m going to then compare this to the teachings of Jesus the Roman Christ that also bind you to the spirit of death.</a:t>
            </a:r>
            <a:endParaRPr/>
          </a:p>
          <a:p>
            <a:pPr indent="0" lvl="0" marL="0" rtl="0" algn="l">
              <a:spcBef>
                <a:spcPts val="1200"/>
              </a:spcBef>
              <a:spcAft>
                <a:spcPts val="0"/>
              </a:spcAft>
              <a:buNone/>
            </a:pPr>
            <a:r>
              <a:rPr lang="en"/>
              <a:t>[Rom 6:2-3 LSB] May it never be! </a:t>
            </a:r>
            <a:r>
              <a:rPr b="1" lang="en"/>
              <a:t>How shall we who DIED</a:t>
            </a:r>
            <a:r>
              <a:rPr lang="en"/>
              <a:t> to sin still live in it? Or do you not know that all of us who were </a:t>
            </a:r>
            <a:r>
              <a:rPr b="1" lang="en"/>
              <a:t>IMMERSED into</a:t>
            </a:r>
            <a:r>
              <a:rPr lang="en"/>
              <a:t> Christ </a:t>
            </a:r>
            <a:r>
              <a:rPr b="1" lang="en"/>
              <a:t>Jesus were IMMERSED into His DEATH?</a:t>
            </a:r>
            <a:endParaRPr b="1"/>
          </a:p>
          <a:p>
            <a:pPr indent="0" lvl="0" marL="0" rtl="0" algn="l">
              <a:spcBef>
                <a:spcPts val="1200"/>
              </a:spcBef>
              <a:spcAft>
                <a:spcPts val="1200"/>
              </a:spcAft>
              <a:buNone/>
            </a:pPr>
            <a:r>
              <a:rPr lang="en"/>
              <a:t>What are you IMMERSED into? DEATH. This is what I discussed in the prior study. YHWH promises life and prosperity for obedience. (Deut 30) the NT idol promises death and destruction, now we’ve sealed that with Paul. Paul declares you are </a:t>
            </a:r>
            <a:r>
              <a:rPr i="1" lang="en"/>
              <a:t>immersed</a:t>
            </a:r>
            <a:r>
              <a:rPr lang="en"/>
              <a:t> into death, this is Paul’s whole gospel. “Die to self, punish yourself.”</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 Destruction is the Gospel of Rome</a:t>
            </a:r>
            <a:endParaRPr/>
          </a:p>
        </p:txBody>
      </p:sp>
      <p:sp>
        <p:nvSpPr>
          <p:cNvPr id="69" name="Google Shape;69;p15"/>
          <p:cNvSpPr txBox="1"/>
          <p:nvPr>
            <p:ph idx="1" type="body"/>
          </p:nvPr>
        </p:nvSpPr>
        <p:spPr>
          <a:xfrm>
            <a:off x="311700" y="1152475"/>
            <a:ext cx="8520600" cy="3824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[Gal 6:17 LSB] From now on let no one cause trouble for me, for </a:t>
            </a:r>
            <a:r>
              <a:rPr b="1" lang="en"/>
              <a:t>I bear on my body the marks of Jesus.</a:t>
            </a:r>
            <a:endParaRPr b="1"/>
          </a:p>
          <a:p>
            <a:pPr indent="0" lvl="0" marL="0" rtl="0" algn="l">
              <a:spcBef>
                <a:spcPts val="1200"/>
              </a:spcBef>
              <a:spcAft>
                <a:spcPts val="0"/>
              </a:spcAft>
              <a:buNone/>
            </a:pPr>
            <a:r>
              <a:rPr lang="en"/>
              <a:t>[1Co 9:26-27 LSB] Therefore I run in such a way, as not without aim; I box in such a way, as not beating the air; but </a:t>
            </a:r>
            <a:r>
              <a:rPr b="1" lang="en"/>
              <a:t>I bruise my body and make it my slave</a:t>
            </a:r>
            <a:r>
              <a:rPr lang="en"/>
              <a:t>, so that, after I have preached to others, I myself will not be disqualified.</a:t>
            </a:r>
            <a:endParaRPr/>
          </a:p>
          <a:p>
            <a:pPr indent="0" lvl="0" marL="0" rtl="0" algn="l">
              <a:spcBef>
                <a:spcPts val="1200"/>
              </a:spcBef>
              <a:spcAft>
                <a:spcPts val="0"/>
              </a:spcAft>
              <a:buNone/>
            </a:pPr>
            <a:r>
              <a:rPr lang="en"/>
              <a:t>[1Pe 2:21 LSB] For to this you have been called, since Christ also suffered for you, </a:t>
            </a:r>
            <a:r>
              <a:rPr b="1" lang="en"/>
              <a:t>leaving you an example that you should FOLLOW in His steps</a:t>
            </a:r>
            <a:r>
              <a:rPr lang="en"/>
              <a:t>,</a:t>
            </a:r>
            <a:endParaRPr/>
          </a:p>
          <a:p>
            <a:pPr indent="0" lvl="0" marL="0" rtl="0" algn="l">
              <a:spcBef>
                <a:spcPts val="1200"/>
              </a:spcBef>
              <a:spcAft>
                <a:spcPts val="1200"/>
              </a:spcAft>
              <a:buNone/>
            </a:pPr>
            <a:r>
              <a:rPr lang="en"/>
              <a:t>[Heb 12:4-7 LSB] You have </a:t>
            </a:r>
            <a:r>
              <a:rPr b="1" lang="en"/>
              <a:t>not yet resisted to the point of shedding blood</a:t>
            </a:r>
            <a:r>
              <a:rPr lang="en"/>
              <a:t> in your striving against sin. And you have forgotten the exhortation which is addressed to you as sons, "MY SON, DO NOT REGARD LIGHTLY THE DISCIPLINE OF THE LORD, NOR FAINT WHEN YOU ARE REPROVED BY HIM; FOR THOSE WHOM THE LORD LOVES HE DISCIPLINES, AND HE FLOGS EVERY SON WHOM HE RECEIVES." It is for discipline that you endure; God deals with you as with sons; for what son is there whom [his] father does not discipline?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Another misquote to support a pretext</a:t>
            </a:r>
            <a:endParaRPr/>
          </a:p>
        </p:txBody>
      </p:sp>
      <p:sp>
        <p:nvSpPr>
          <p:cNvPr id="75" name="Google Shape;75;p16"/>
          <p:cNvSpPr txBox="1"/>
          <p:nvPr>
            <p:ph idx="1" type="body"/>
          </p:nvPr>
        </p:nvSpPr>
        <p:spPr>
          <a:xfrm>
            <a:off x="311700" y="1152475"/>
            <a:ext cx="8520600" cy="3873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There is an obvious consistent theme, Paul and his group practiced acts of self abuse to improve their self control. The author of 1 Peter goes even further, extolling each of you to follow the footsteps of Christ, including as Paul says to “bear the marks” of Jesus, to </a:t>
            </a:r>
            <a:r>
              <a:rPr lang="en"/>
              <a:t>execute</a:t>
            </a:r>
            <a:r>
              <a:rPr lang="en"/>
              <a:t> your body on a stake. </a:t>
            </a:r>
            <a:endParaRPr/>
          </a:p>
          <a:p>
            <a:pPr indent="0" lvl="0" marL="0" rtl="0" algn="l">
              <a:spcBef>
                <a:spcPts val="1200"/>
              </a:spcBef>
              <a:spcAft>
                <a:spcPts val="0"/>
              </a:spcAft>
              <a:buNone/>
            </a:pPr>
            <a:r>
              <a:rPr lang="en"/>
              <a:t>[Pro 3:11-12 LSB] My son, do not reject the </a:t>
            </a:r>
            <a:r>
              <a:rPr lang="en"/>
              <a:t>discipline</a:t>
            </a:r>
            <a:r>
              <a:rPr lang="en"/>
              <a:t> of Yahweh Or loathe His reproof, For whom Yahweh loves He reproves, Even as a father [reproves] the son in whom he delights.</a:t>
            </a:r>
            <a:endParaRPr/>
          </a:p>
          <a:p>
            <a:pPr indent="0" lvl="0" marL="0" rtl="0" algn="l">
              <a:spcBef>
                <a:spcPts val="1200"/>
              </a:spcBef>
              <a:spcAft>
                <a:spcPts val="1200"/>
              </a:spcAft>
              <a:buNone/>
            </a:pPr>
            <a:r>
              <a:rPr lang="en"/>
              <a:t>This passage is telling us the affliction comes from Yahweh not our own hands, not from other men’s hands. It’s also not saying you’re going to shed blood for discipline - but even more, it’s not saying you are a sinner because you’re receiving affliction.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new wine is intoxicating</a:t>
            </a:r>
            <a:endParaRPr/>
          </a:p>
        </p:txBody>
      </p:sp>
      <p:sp>
        <p:nvSpPr>
          <p:cNvPr id="81" name="Google Shape;81;p17"/>
          <p:cNvSpPr txBox="1"/>
          <p:nvPr>
            <p:ph idx="1" type="body"/>
          </p:nvPr>
        </p:nvSpPr>
        <p:spPr>
          <a:xfrm>
            <a:off x="311700" y="1152475"/>
            <a:ext cx="8520600" cy="3817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[Hos 4:11 LSB] Harlotry, wine, and new wine take away a heart [of wisdom].</a:t>
            </a:r>
            <a:endParaRPr/>
          </a:p>
          <a:p>
            <a:pPr indent="0" lvl="0" marL="0" rtl="0" algn="l">
              <a:spcBef>
                <a:spcPts val="1200"/>
              </a:spcBef>
              <a:spcAft>
                <a:spcPts val="0"/>
              </a:spcAft>
              <a:buNone/>
            </a:pPr>
            <a:r>
              <a:rPr lang="en"/>
              <a:t>[Hos 9:2 LSB] Threshing floor and wine press will not feed them, And the new wine will deceive them.</a:t>
            </a:r>
            <a:endParaRPr/>
          </a:p>
          <a:p>
            <a:pPr indent="0" lvl="0" marL="0" rtl="0" algn="l">
              <a:spcBef>
                <a:spcPts val="1200"/>
              </a:spcBef>
              <a:spcAft>
                <a:spcPts val="0"/>
              </a:spcAft>
              <a:buNone/>
            </a:pPr>
            <a:r>
              <a:rPr lang="en"/>
              <a:t>The whole of the NT faith is built on one word.</a:t>
            </a:r>
            <a:endParaRPr/>
          </a:p>
          <a:p>
            <a:pPr indent="0" lvl="0" marL="0" rtl="0" algn="l">
              <a:spcBef>
                <a:spcPts val="1200"/>
              </a:spcBef>
              <a:spcAft>
                <a:spcPts val="0"/>
              </a:spcAft>
              <a:buNone/>
            </a:pPr>
            <a:r>
              <a:rPr b="1" lang="en"/>
              <a:t>LOVE</a:t>
            </a:r>
            <a:endParaRPr/>
          </a:p>
          <a:p>
            <a:pPr indent="0" lvl="0" marL="0" rtl="0" algn="l">
              <a:spcBef>
                <a:spcPts val="1200"/>
              </a:spcBef>
              <a:spcAft>
                <a:spcPts val="0"/>
              </a:spcAft>
              <a:buNone/>
            </a:pPr>
            <a:r>
              <a:rPr lang="en"/>
              <a:t>This is what they preach from their Gospel of John, that God so </a:t>
            </a:r>
            <a:r>
              <a:rPr b="1" lang="en"/>
              <a:t>LOVED</a:t>
            </a:r>
            <a:r>
              <a:rPr lang="en"/>
              <a:t> the world that he gave his only </a:t>
            </a:r>
            <a:r>
              <a:rPr lang="en"/>
              <a:t>begotten son to </a:t>
            </a:r>
            <a:r>
              <a:rPr i="1" lang="en"/>
              <a:t>DIE FOR THE WORLD</a:t>
            </a:r>
            <a:r>
              <a:rPr lang="en"/>
              <a:t>. But we know from Deut 30, that to love Yah, he promises </a:t>
            </a:r>
            <a:r>
              <a:rPr b="1" lang="en"/>
              <a:t>LIFE</a:t>
            </a:r>
            <a:r>
              <a:rPr lang="en"/>
              <a:t> not death. Immediately this equates </a:t>
            </a:r>
            <a:r>
              <a:rPr i="1" lang="en"/>
              <a:t>DEATH WITH LOVE - DEATH WITH OBEDIENCE.</a:t>
            </a:r>
            <a:endParaRPr/>
          </a:p>
          <a:p>
            <a:pPr indent="0" lvl="0" marL="0" rtl="0" algn="l">
              <a:spcBef>
                <a:spcPts val="1200"/>
              </a:spcBef>
              <a:spcAft>
                <a:spcPts val="0"/>
              </a:spcAft>
              <a:buNone/>
            </a:pPr>
            <a:r>
              <a:rPr lang="en"/>
              <a:t>As Paul says of his lie:</a:t>
            </a:r>
            <a:endParaRPr/>
          </a:p>
          <a:p>
            <a:pPr indent="0" lvl="0" marL="0" rtl="0" algn="l">
              <a:spcBef>
                <a:spcPts val="1200"/>
              </a:spcBef>
              <a:spcAft>
                <a:spcPts val="0"/>
              </a:spcAft>
              <a:buNone/>
            </a:pPr>
            <a:r>
              <a:rPr lang="en"/>
              <a:t>[Phl 2:8 KJV] And being found in fashion as a man, he humbled himself, and</a:t>
            </a:r>
            <a:r>
              <a:rPr b="1" lang="en"/>
              <a:t> became obedient unto death</a:t>
            </a:r>
            <a:r>
              <a:rPr lang="en"/>
              <a:t>, even the death of the cross.</a:t>
            </a:r>
            <a:endParaRPr/>
          </a:p>
          <a:p>
            <a:pPr indent="0" lvl="0" marL="0" rtl="0" algn="l">
              <a:spcBef>
                <a:spcPts val="1200"/>
              </a:spcBef>
              <a:spcAft>
                <a:spcPts val="1200"/>
              </a:spcAft>
              <a:buNone/>
            </a:pPr>
            <a:r>
              <a:rPr lang="en"/>
              <a:t>Jesus became obedient unto death - but Yah promises </a:t>
            </a:r>
            <a:r>
              <a:rPr b="1" lang="en"/>
              <a:t>obedience is UNTO LIFE</a:t>
            </a:r>
            <a:r>
              <a:rPr lang="en"/>
              <a:t>. (Deut 30:11-19) That the pure love of </a:t>
            </a:r>
            <a:r>
              <a:rPr b="1" lang="en"/>
              <a:t>YAH leads to LIFE NOT DEATH</a:t>
            </a:r>
            <a:r>
              <a:rPr lang="en"/>
              <a:t>. So this love that Paul and Jesus is promising throughout the Gospels not just John, is the new wine that will intoxicate you leading you to your own death.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NT is right - the wineskin is your heart</a:t>
            </a:r>
            <a:endParaRPr/>
          </a:p>
        </p:txBody>
      </p:sp>
      <p:sp>
        <p:nvSpPr>
          <p:cNvPr id="87" name="Google Shape;87;p18"/>
          <p:cNvSpPr txBox="1"/>
          <p:nvPr>
            <p:ph idx="1" type="body"/>
          </p:nvPr>
        </p:nvSpPr>
        <p:spPr>
          <a:xfrm>
            <a:off x="311700" y="1152475"/>
            <a:ext cx="8520600" cy="386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[Jos 9:13 LSB] "And </a:t>
            </a:r>
            <a:r>
              <a:rPr b="1" lang="en"/>
              <a:t>these wineskins which we filled were new</a:t>
            </a:r>
            <a:r>
              <a:rPr lang="en"/>
              <a:t>, and </a:t>
            </a:r>
            <a:r>
              <a:rPr b="1" lang="en"/>
              <a:t>behold, they are torn</a:t>
            </a:r>
            <a:r>
              <a:rPr lang="en"/>
              <a:t>; and these clothes of ours and our sandals are worn out because of the very long journey."</a:t>
            </a:r>
            <a:endParaRPr/>
          </a:p>
          <a:p>
            <a:pPr indent="0" lvl="0" marL="0" rtl="0" algn="l">
              <a:spcBef>
                <a:spcPts val="1200"/>
              </a:spcBef>
              <a:spcAft>
                <a:spcPts val="0"/>
              </a:spcAft>
              <a:buNone/>
            </a:pPr>
            <a:r>
              <a:rPr lang="en"/>
              <a:t>[Job 32:19 LSB] "Behold, </a:t>
            </a:r>
            <a:r>
              <a:rPr b="1" lang="en"/>
              <a:t>my belly is like [unvented] wine</a:t>
            </a:r>
            <a:r>
              <a:rPr lang="en"/>
              <a:t>, not opened; </a:t>
            </a:r>
            <a:r>
              <a:rPr b="1" lang="en"/>
              <a:t>Like new wineskins it is about to burst.</a:t>
            </a:r>
            <a:endParaRPr b="1"/>
          </a:p>
          <a:p>
            <a:pPr indent="0" lvl="0" marL="0" rtl="0" algn="l">
              <a:spcBef>
                <a:spcPts val="1200"/>
              </a:spcBef>
              <a:spcAft>
                <a:spcPts val="0"/>
              </a:spcAft>
              <a:buNone/>
            </a:pPr>
            <a:r>
              <a:rPr b="1" lang="en"/>
              <a:t>These are the only two allusions to a “new wineskin” and neither is positive.</a:t>
            </a:r>
            <a:endParaRPr/>
          </a:p>
          <a:p>
            <a:pPr indent="0" lvl="0" marL="0" rtl="0" algn="l">
              <a:spcBef>
                <a:spcPts val="1200"/>
              </a:spcBef>
              <a:spcAft>
                <a:spcPts val="0"/>
              </a:spcAft>
              <a:buNone/>
            </a:pPr>
            <a:r>
              <a:rPr lang="en"/>
              <a:t>Yet Yeshua demands what of you?</a:t>
            </a:r>
            <a:endParaRPr/>
          </a:p>
          <a:p>
            <a:pPr indent="0" lvl="0" marL="0" rtl="0" algn="l">
              <a:spcBef>
                <a:spcPts val="1200"/>
              </a:spcBef>
              <a:spcAft>
                <a:spcPts val="0"/>
              </a:spcAft>
              <a:buNone/>
            </a:pPr>
            <a:r>
              <a:rPr lang="en"/>
              <a:t>[Mat 9:17 LSB] "Nor do [people] put new wine into old wineskins; otherwise the wineskins burst, and the wine pours out and the wineskins are ruined; but they put new wine into fresh wineskins, and both are preserved."</a:t>
            </a:r>
            <a:endParaRPr/>
          </a:p>
          <a:p>
            <a:pPr indent="0" lvl="0" marL="0" rtl="0" algn="l">
              <a:spcBef>
                <a:spcPts val="1200"/>
              </a:spcBef>
              <a:spcAft>
                <a:spcPts val="0"/>
              </a:spcAft>
              <a:buNone/>
            </a:pPr>
            <a:r>
              <a:rPr lang="en"/>
              <a:t>Yeshua says the OLD wineskin bursts, the Prophets state the NEW wineskin bursts. Yeshua wants you to drink of the NEW WINE, the NEW DOCTRINE and to put it in NEW WINESKIN. </a:t>
            </a:r>
            <a:endParaRPr/>
          </a:p>
          <a:p>
            <a:pPr indent="0" lvl="0" marL="0" rtl="0" algn="l">
              <a:spcBef>
                <a:spcPts val="1200"/>
              </a:spcBef>
              <a:spcAft>
                <a:spcPts val="0"/>
              </a:spcAft>
              <a:buNone/>
            </a:pPr>
            <a:r>
              <a:rPr lang="en"/>
              <a:t>Luke who wrote in allegory says this:</a:t>
            </a:r>
            <a:endParaRPr/>
          </a:p>
          <a:p>
            <a:pPr indent="0" lvl="0" marL="0" rtl="0" algn="l">
              <a:spcBef>
                <a:spcPts val="1200"/>
              </a:spcBef>
              <a:spcAft>
                <a:spcPts val="0"/>
              </a:spcAft>
              <a:buNone/>
            </a:pPr>
            <a:r>
              <a:rPr lang="en"/>
              <a:t>[Luk 5:39 LSB] "And no one, </a:t>
            </a:r>
            <a:r>
              <a:rPr b="1" lang="en"/>
              <a:t>after drinking old [wine] wishes for new</a:t>
            </a:r>
            <a:r>
              <a:rPr lang="en"/>
              <a:t>; for he says, '</a:t>
            </a:r>
            <a:r>
              <a:rPr b="1" lang="en"/>
              <a:t>The old is good enough</a:t>
            </a:r>
            <a:r>
              <a:rPr lang="en"/>
              <a:t>.'"</a:t>
            </a:r>
            <a:endParaRPr/>
          </a:p>
          <a:p>
            <a:pPr indent="0" lvl="0" marL="0" rtl="0" algn="l">
              <a:spcBef>
                <a:spcPts val="1200"/>
              </a:spcBef>
              <a:spcAft>
                <a:spcPts val="1200"/>
              </a:spcAft>
              <a:buNone/>
            </a:pPr>
            <a:r>
              <a:rPr lang="en"/>
              <a:t>The “OLD WINE” is the Torah and the Prophets. Now that I’ve drunk from it I do believe the “</a:t>
            </a:r>
            <a:r>
              <a:rPr b="1" lang="en"/>
              <a:t>old is good enough</a:t>
            </a:r>
            <a:r>
              <a:rPr lang="en"/>
              <a:t>” that you should not be drinking new wine, nor should your heart be like the new wineskin ready to burst.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Carry your execution stake</a:t>
            </a:r>
            <a:endParaRPr/>
          </a:p>
        </p:txBody>
      </p:sp>
      <p:sp>
        <p:nvSpPr>
          <p:cNvPr id="93" name="Google Shape;93;p19"/>
          <p:cNvSpPr txBox="1"/>
          <p:nvPr>
            <p:ph idx="1" type="body"/>
          </p:nvPr>
        </p:nvSpPr>
        <p:spPr>
          <a:xfrm>
            <a:off x="311700" y="1152475"/>
            <a:ext cx="8520600" cy="3894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[Mat 10:37-39 LSB] "He who loves father or mother more than Me is not worthy of Me; and he who loves son or daughter more than Me is not worthy of Me. "And he who does not take his cross and follow after Me is not worthy of Me. "He who has found his life will lose it, and he who has lost his life for My sake will find it.</a:t>
            </a:r>
            <a:endParaRPr/>
          </a:p>
          <a:p>
            <a:pPr indent="0" lvl="0" marL="0" rtl="0" algn="l">
              <a:spcBef>
                <a:spcPts val="1200"/>
              </a:spcBef>
              <a:spcAft>
                <a:spcPts val="1200"/>
              </a:spcAft>
              <a:buNone/>
            </a:pPr>
            <a:r>
              <a:rPr lang="en"/>
              <a:t>If you find life in Torah, you will lose it. </a:t>
            </a:r>
            <a:r>
              <a:rPr b="1" lang="en"/>
              <a:t>In order to have life in Jesus you must pursue death with him</a:t>
            </a:r>
            <a:r>
              <a:rPr lang="en"/>
              <a:t>. This is what Jesus says in every Gospel and what Paul says. True obedience to “Father” is death according to the NT. That you must not even love your father more than _ME_ (being Jesus not God) if you love your parents, honoring the fifth commandment - MORE THAN ME - Where does the Torah </a:t>
            </a:r>
            <a:r>
              <a:rPr lang="en"/>
              <a:t>command you to love Jesus this way? Even if you believe Jesus fulfilled Deut 18:15-19, which I’ve now explained twice how he didn’t - that commandment does not tell you to love that prophet more than your parents. You are to love YHWH your Elohim with all your heart soul and might. You are not to forsake your parents for any man. This is pagan religious dogma, from a Platonic and hellenistic root.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Come with me to my death</a:t>
            </a:r>
            <a:endParaRPr/>
          </a:p>
        </p:txBody>
      </p:sp>
      <p:sp>
        <p:nvSpPr>
          <p:cNvPr id="99" name="Google Shape;99;p20"/>
          <p:cNvSpPr txBox="1"/>
          <p:nvPr>
            <p:ph idx="1" type="body"/>
          </p:nvPr>
        </p:nvSpPr>
        <p:spPr>
          <a:xfrm>
            <a:off x="311700" y="1152475"/>
            <a:ext cx="8520600" cy="388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[Luk 14:27 LSB] "</a:t>
            </a:r>
            <a:r>
              <a:rPr b="1" lang="en"/>
              <a:t>Whoever does not carry his own execution stake and come after Me cannot be My disciple</a:t>
            </a:r>
            <a:r>
              <a:rPr lang="en"/>
              <a:t>.</a:t>
            </a:r>
            <a:endParaRPr/>
          </a:p>
          <a:p>
            <a:pPr indent="0" lvl="0" marL="0" rtl="0" algn="l">
              <a:spcBef>
                <a:spcPts val="1200"/>
              </a:spcBef>
              <a:spcAft>
                <a:spcPts val="0"/>
              </a:spcAft>
              <a:buNone/>
            </a:pPr>
            <a:r>
              <a:rPr lang="en"/>
              <a:t>But Torah says:</a:t>
            </a:r>
            <a:endParaRPr/>
          </a:p>
          <a:p>
            <a:pPr indent="0" lvl="0" marL="0" rtl="0" algn="l">
              <a:spcBef>
                <a:spcPts val="1200"/>
              </a:spcBef>
              <a:spcAft>
                <a:spcPts val="0"/>
              </a:spcAft>
              <a:buNone/>
            </a:pPr>
            <a:r>
              <a:rPr lang="en"/>
              <a:t>[Deu 21:22-23 LSB] "And if a man has committed a sin, the judgment of which is death, and he is put to death, and you hang him on a tree, his corpse shall not hang all night on the tree, but you shall surely bury him on the same day (</a:t>
            </a:r>
            <a:r>
              <a:rPr b="1" lang="en"/>
              <a:t>because cursed of God is he who is hanged</a:t>
            </a:r>
            <a:r>
              <a:rPr lang="en"/>
              <a:t>), so that you do not make unclean your land which Yahweh your God gives you as an inheritance.</a:t>
            </a:r>
            <a:endParaRPr/>
          </a:p>
          <a:p>
            <a:pPr indent="0" lvl="0" marL="0" rtl="0" algn="l">
              <a:spcBef>
                <a:spcPts val="1200"/>
              </a:spcBef>
              <a:spcAft>
                <a:spcPts val="1200"/>
              </a:spcAft>
              <a:buNone/>
            </a:pPr>
            <a:r>
              <a:rPr lang="en"/>
              <a:t>If you go with him to hang on that tree with your Messiah, your Jesus/Yeshua - you will be cursed. You have chosen death over life. You have followed him to his death, following his example, cursing your parents, choosing Jesus over everything. The end of all that is exactly what he tells you - your death. But you will not find eternal life in those false doctrines. You will only find death, and sadly it comes at the ultimate cost of the blessing of this life, your parents, your family, your friends - </a:t>
            </a:r>
            <a:r>
              <a:rPr lang="en"/>
              <a:t>because they refuse to accept your idol as God.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Raising your false flag for a false choice</a:t>
            </a:r>
            <a:endParaRPr/>
          </a:p>
        </p:txBody>
      </p:sp>
      <p:sp>
        <p:nvSpPr>
          <p:cNvPr id="105" name="Google Shape;105;p21"/>
          <p:cNvSpPr txBox="1"/>
          <p:nvPr>
            <p:ph idx="1" type="body"/>
          </p:nvPr>
        </p:nvSpPr>
        <p:spPr>
          <a:xfrm>
            <a:off x="311700" y="672400"/>
            <a:ext cx="8520600" cy="436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Now the interlocutor at this point is likely saying, “</a:t>
            </a:r>
            <a:r>
              <a:rPr b="1" lang="en"/>
              <a:t>This world </a:t>
            </a:r>
            <a:r>
              <a:rPr b="1" i="1" lang="en"/>
              <a:t>is</a:t>
            </a:r>
            <a:r>
              <a:rPr b="1" lang="en"/>
              <a:t> wicked - are you saying to choose it over Jesus?</a:t>
            </a:r>
            <a:r>
              <a:rPr lang="en"/>
              <a:t>” or as I’ve gotten from some Christians, “</a:t>
            </a:r>
            <a:r>
              <a:rPr b="1" lang="en"/>
              <a:t>Look at how the world rejects Jesus and mocks him, that must mean it is true!</a:t>
            </a:r>
            <a:r>
              <a:rPr lang="en"/>
              <a:t>”</a:t>
            </a:r>
            <a:endParaRPr/>
          </a:p>
          <a:p>
            <a:pPr indent="0" lvl="0" marL="0" rtl="0" algn="l">
              <a:spcBef>
                <a:spcPts val="1200"/>
              </a:spcBef>
              <a:spcAft>
                <a:spcPts val="0"/>
              </a:spcAft>
              <a:buNone/>
            </a:pPr>
            <a:r>
              <a:rPr lang="en"/>
              <a:t>This is a classic hegelian dialectic or a false choice. The interlocutor has presented two lies and one is worse than other, so they want you to choose the one that they stand behind. </a:t>
            </a:r>
            <a:endParaRPr/>
          </a:p>
          <a:p>
            <a:pPr indent="0" lvl="0" marL="0" rtl="0" algn="l">
              <a:spcBef>
                <a:spcPts val="1200"/>
              </a:spcBef>
              <a:spcAft>
                <a:spcPts val="1200"/>
              </a:spcAft>
              <a:buNone/>
            </a:pPr>
            <a:r>
              <a:rPr lang="en"/>
              <a:t>When I first came out of the cult of Mormonism, my natural reaction is like any of those freed from a cult. You over divulge in the Babylonian system. I’ve seen this from those coming out of Christianity that aren’t firmly planted in YHWH and His Torah. They end up just accepting “natural law” or “secular humanism” or any other system except YHWH Torah. I’m not saying for you to do that. Obviously there is also not life in the Babylonian matrix. But not all of it is bad either - the judgement of it </a:t>
            </a:r>
            <a:r>
              <a:rPr lang="en"/>
              <a:t>blatantly</a:t>
            </a:r>
            <a:r>
              <a:rPr lang="en"/>
              <a:t> by Christians is a sin, calling all men unrighteous. Neither do I encourage anyone to join themselves to this babylonian matrix. I’ve talked repeatedly on how I’m trying to break free of it, to become YHWH dependent </a:t>
            </a:r>
            <a:r>
              <a:rPr lang="en"/>
              <a:t>and dependent on an employer. This is something I pray for, that while in Babylon, I be more dependent on YHWH.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Dead to sin and alive to Christ</a:t>
            </a:r>
            <a:endParaRPr/>
          </a:p>
        </p:txBody>
      </p:sp>
      <p:sp>
        <p:nvSpPr>
          <p:cNvPr id="111" name="Google Shape;111;p22"/>
          <p:cNvSpPr txBox="1"/>
          <p:nvPr>
            <p:ph idx="1" type="body"/>
          </p:nvPr>
        </p:nvSpPr>
        <p:spPr>
          <a:xfrm>
            <a:off x="311700" y="637750"/>
            <a:ext cx="8520600" cy="44643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
              <a:t>Paul’s solution to sin is to “die to self” and as we saw in his other texts this included self-</a:t>
            </a:r>
            <a:r>
              <a:rPr lang="en"/>
              <a:t>flagellation</a:t>
            </a:r>
            <a:r>
              <a:rPr lang="en"/>
              <a:t> instead of self-control. He also </a:t>
            </a:r>
            <a:r>
              <a:rPr lang="en"/>
              <a:t>taught</a:t>
            </a:r>
            <a:r>
              <a:rPr lang="en"/>
              <a:t> a very platonic message with his “spirit versus the flesh” dumpster fire that is also throughout John’s esoterica. This is not how YHWH made you or me. You are a whole being, stitched together and </a:t>
            </a:r>
            <a:r>
              <a:rPr i="1" lang="en"/>
              <a:t>created</a:t>
            </a:r>
            <a:r>
              <a:rPr lang="en"/>
              <a:t> in your Mother’s womb. Body, Soul and Spirit knitted together.</a:t>
            </a:r>
            <a:endParaRPr/>
          </a:p>
          <a:p>
            <a:pPr indent="0" lvl="0" marL="0" rtl="0" algn="l">
              <a:spcBef>
                <a:spcPts val="1200"/>
              </a:spcBef>
              <a:spcAft>
                <a:spcPts val="0"/>
              </a:spcAft>
              <a:buNone/>
            </a:pPr>
            <a:r>
              <a:rPr lang="en"/>
              <a:t>The Synoptics however are not free of this message either - especially Matthew which appears to be very influenced by Paul’s message.</a:t>
            </a:r>
            <a:endParaRPr/>
          </a:p>
          <a:p>
            <a:pPr indent="0" lvl="0" marL="0" rtl="0" algn="l">
              <a:spcBef>
                <a:spcPts val="1200"/>
              </a:spcBef>
              <a:spcAft>
                <a:spcPts val="0"/>
              </a:spcAft>
              <a:buNone/>
            </a:pPr>
            <a:r>
              <a:rPr lang="en"/>
              <a:t>[Mat 19:12, 21 KJV] For there are some eunuchs, which were so born from [their] mother's womb: and there are some eunuchs, which were made eunuchs of men: and there be eunuchs, which have </a:t>
            </a:r>
            <a:r>
              <a:rPr b="1" lang="en"/>
              <a:t>made themselves eunuchs for the kingdom of heaven's sake</a:t>
            </a:r>
            <a:r>
              <a:rPr lang="en"/>
              <a:t>. He that is able to receive [it], let him receive [it]. ... Jesus said unto him, If thou wilt be perfect, go [and] </a:t>
            </a:r>
            <a:r>
              <a:rPr b="1" lang="en"/>
              <a:t>sell that thou hast</a:t>
            </a:r>
            <a:r>
              <a:rPr lang="en"/>
              <a:t>, and give to the poor, and thou shalt have treasure in heaven: and come [and] follow me.</a:t>
            </a:r>
            <a:endParaRPr/>
          </a:p>
          <a:p>
            <a:pPr indent="0" lvl="0" marL="0" rtl="0" algn="l">
              <a:spcBef>
                <a:spcPts val="1200"/>
              </a:spcBef>
              <a:spcAft>
                <a:spcPts val="0"/>
              </a:spcAft>
              <a:buNone/>
            </a:pPr>
            <a:r>
              <a:rPr lang="en"/>
              <a:t>There’s nothing wrong with giving to the poor, the widows and the orphans - it is a Torah instruction to do so. However, Torah doesn’t command you to become poor to help them, then requiring someone else to help and assist you because you listened to the idol.</a:t>
            </a:r>
            <a:endParaRPr/>
          </a:p>
          <a:p>
            <a:pPr indent="0" lvl="0" marL="0" rtl="0" algn="l">
              <a:spcBef>
                <a:spcPts val="1200"/>
              </a:spcBef>
              <a:spcAft>
                <a:spcPts val="0"/>
              </a:spcAft>
              <a:buNone/>
            </a:pPr>
            <a:r>
              <a:rPr lang="en"/>
              <a:t>Likewise, the command in verse 12 is even worse. This is how you get cut off. YHWH declared that anyone who is mutilated in their genitals is CUT OFF. (Deut 23:1) and this command has a spiritual reality, as when you lose the ability to reproduce, you no longer can spread your seed into fertile ground - you can no longer raise children in the ways of YHWH. Even if YHWH didn’t explicitly forbid such behavior, the reality is that men who do this have no future in the land of the living. Their seed has been destroyed.</a:t>
            </a:r>
            <a:endParaRPr/>
          </a:p>
          <a:p>
            <a:pPr indent="0" lvl="0" marL="0" rtl="0" algn="l">
              <a:spcBef>
                <a:spcPts val="1200"/>
              </a:spcBef>
              <a:spcAft>
                <a:spcPts val="0"/>
              </a:spcAft>
              <a:buNone/>
            </a:pPr>
            <a:r>
              <a:rPr lang="en"/>
              <a:t>This is why this violation of Torah was such a strong turning point for me of denying this false Messiah Jesus/Yeshua. YHWH commands repeatedly that we all be fruitful and </a:t>
            </a:r>
            <a:r>
              <a:rPr lang="en"/>
              <a:t>multiply</a:t>
            </a:r>
            <a:r>
              <a:rPr lang="en"/>
              <a:t>. He then issued this negative command against self-mutilation to ensure that we are protecting our future seed, so we are not cut off from the land of the living. Then Yeshua in his edict against divorce and re-marriage, escalated his command with a Platonic idea that it is better to remain single, to not marry (which is very Pauline) and to go even further for the Kingdom of God if you are willing, to make </a:t>
            </a:r>
            <a:r>
              <a:rPr lang="en"/>
              <a:t>yourself a Eunuch.</a:t>
            </a:r>
            <a:endParaRPr/>
          </a:p>
          <a:p>
            <a:pPr indent="0" lvl="0" marL="0" rtl="0" algn="l">
              <a:spcBef>
                <a:spcPts val="1200"/>
              </a:spcBef>
              <a:spcAft>
                <a:spcPts val="1200"/>
              </a:spcAft>
              <a:buNone/>
            </a:pPr>
            <a:r>
              <a:rPr lang="en"/>
              <a:t>YHWH forbids it, Jesus commanded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Dehumanizing man and humanizing YHWH</a:t>
            </a:r>
            <a:endParaRPr/>
          </a:p>
        </p:txBody>
      </p:sp>
      <p:sp>
        <p:nvSpPr>
          <p:cNvPr id="117" name="Google Shape;117;p23"/>
          <p:cNvSpPr txBox="1"/>
          <p:nvPr>
            <p:ph idx="1" type="body"/>
          </p:nvPr>
        </p:nvSpPr>
        <p:spPr>
          <a:xfrm>
            <a:off x="311700" y="1152475"/>
            <a:ext cx="44784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The greatest sin of the NT is that it dehumanizes man by bifurcating our nature and trying to claim we shall become as gods. (The great lie from the garden) </a:t>
            </a:r>
            <a:endParaRPr/>
          </a:p>
          <a:p>
            <a:pPr indent="0" lvl="0" marL="0" rtl="0" algn="l">
              <a:spcBef>
                <a:spcPts val="1200"/>
              </a:spcBef>
              <a:spcAft>
                <a:spcPts val="0"/>
              </a:spcAft>
              <a:buNone/>
            </a:pPr>
            <a:r>
              <a:rPr lang="en"/>
              <a:t>Christians justify this by believing YHWH himself became a man, or the “Son of God” came down from the heavens to experience life as a man, to better relate with his creation. This Greek fairy tale sounds fantastic - but it is against the Torah and the Prophets.</a:t>
            </a:r>
            <a:endParaRPr/>
          </a:p>
          <a:p>
            <a:pPr indent="0" lvl="0" marL="0" rtl="0" algn="l">
              <a:spcBef>
                <a:spcPts val="1200"/>
              </a:spcBef>
              <a:spcAft>
                <a:spcPts val="1200"/>
              </a:spcAft>
              <a:buNone/>
            </a:pPr>
            <a:r>
              <a:rPr lang="en"/>
              <a:t>YHWH has no need to become a created being to understand his creation. He is the almighty God, creator and savior - there is none other.</a:t>
            </a:r>
            <a:endParaRPr/>
          </a:p>
        </p:txBody>
      </p:sp>
      <p:pic>
        <p:nvPicPr>
          <p:cNvPr id="118" name="Google Shape;118;p23"/>
          <p:cNvPicPr preferRelativeResize="0"/>
          <p:nvPr/>
        </p:nvPicPr>
        <p:blipFill>
          <a:blip r:embed="rId3">
            <a:alphaModFix/>
          </a:blip>
          <a:stretch>
            <a:fillRect/>
          </a:stretch>
        </p:blipFill>
        <p:spPr>
          <a:xfrm>
            <a:off x="4942500" y="1170125"/>
            <a:ext cx="4049101" cy="2474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Preying on victims</a:t>
            </a:r>
            <a:endParaRPr/>
          </a:p>
        </p:txBody>
      </p:sp>
      <p:sp>
        <p:nvSpPr>
          <p:cNvPr id="124" name="Google Shape;124;p24"/>
          <p:cNvSpPr txBox="1"/>
          <p:nvPr>
            <p:ph idx="1" type="body"/>
          </p:nvPr>
        </p:nvSpPr>
        <p:spPr>
          <a:xfrm>
            <a:off x="311700" y="1152475"/>
            <a:ext cx="8520600" cy="3900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One of the questions I asked recently was - “What do you believe will happen to all those victims of murder, rape, pillaging etc. For example the six million Jews murdered by Germany or the 50 million plus buddhists and muslims killed by Chinese Communism?</a:t>
            </a:r>
            <a:endParaRPr/>
          </a:p>
          <a:p>
            <a:pPr indent="0" lvl="0" marL="0" rtl="0" algn="l">
              <a:spcBef>
                <a:spcPts val="1200"/>
              </a:spcBef>
              <a:spcAft>
                <a:spcPts val="0"/>
              </a:spcAft>
              <a:buNone/>
            </a:pPr>
            <a:r>
              <a:rPr lang="en"/>
              <a:t>Their answer is always the same. “The Gospel says that if you do not confess Jesus as Lord you will be thrown into the lake of fire.”</a:t>
            </a:r>
            <a:endParaRPr/>
          </a:p>
          <a:p>
            <a:pPr indent="0" lvl="0" marL="0" rtl="0" algn="l">
              <a:spcBef>
                <a:spcPts val="1200"/>
              </a:spcBef>
              <a:spcAft>
                <a:spcPts val="0"/>
              </a:spcAft>
              <a:buNone/>
            </a:pPr>
            <a:r>
              <a:rPr lang="en"/>
              <a:t>This is a fundamental problem. YHWH the most high _DOES NOT LOVE DEATH_ He does not desire or enjoy that the wicked should PERISH/DIE/CEASE TO EXIST.</a:t>
            </a:r>
            <a:endParaRPr/>
          </a:p>
          <a:p>
            <a:pPr indent="0" lvl="0" marL="0" rtl="0" algn="l">
              <a:spcBef>
                <a:spcPts val="1200"/>
              </a:spcBef>
              <a:spcAft>
                <a:spcPts val="0"/>
              </a:spcAft>
              <a:buNone/>
            </a:pPr>
            <a:r>
              <a:rPr lang="en"/>
              <a:t>The “Lake of Fire” is something born out of wicked Greek imaginations, of what they believe will happen to those that deny their mythological god-man Jesus. They also tell me the same thing. If I refuse to repent of denying the God-man Jesus, I will be thrown in the lake of fire and eternally tormented for it. </a:t>
            </a:r>
            <a:endParaRPr/>
          </a:p>
          <a:p>
            <a:pPr indent="0" lvl="0" marL="0" rtl="0" algn="l">
              <a:spcBef>
                <a:spcPts val="1200"/>
              </a:spcBef>
              <a:spcAft>
                <a:spcPts val="0"/>
              </a:spcAft>
              <a:buNone/>
            </a:pPr>
            <a:r>
              <a:rPr lang="en"/>
              <a:t>They don’t fear YHWH - and this is why they can never cease from sin. They fear what will happen to them AFTER DEATH, that they will be tormented forever and ever for denying the Greek mythology that formed the NT. This is why I always ask them, “Where do the Torah and the Prophets tell me that I must believe in a God man to be saved?”</a:t>
            </a:r>
            <a:endParaRPr/>
          </a:p>
          <a:p>
            <a:pPr indent="0" lvl="0" marL="0" rtl="0" algn="l">
              <a:spcBef>
                <a:spcPts val="1200"/>
              </a:spcBef>
              <a:spcAft>
                <a:spcPts val="0"/>
              </a:spcAft>
              <a:buNone/>
            </a:pPr>
            <a:r>
              <a:rPr lang="en"/>
              <a:t>“Where does the Torah and the Prophets talk about everlasting torment in the lake of fire?”</a:t>
            </a:r>
            <a:endParaRPr/>
          </a:p>
          <a:p>
            <a:pPr indent="0" lvl="0" marL="0" rtl="0" algn="l">
              <a:spcBef>
                <a:spcPts val="1200"/>
              </a:spcBef>
              <a:spcAft>
                <a:spcPts val="1200"/>
              </a:spcAft>
              <a:buNone/>
            </a:pPr>
            <a:r>
              <a:rPr lang="en"/>
              <a:t>It doesn’t - and the reason it doesn’t is because </a:t>
            </a:r>
            <a:r>
              <a:rPr b="1" lang="en"/>
              <a:t>prophecy ended after Daniel</a:t>
            </a:r>
            <a:r>
              <a:rPr lang="en"/>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Revelation of Daniel and his “70 weeks”</a:t>
            </a:r>
            <a:endParaRPr/>
          </a:p>
        </p:txBody>
      </p:sp>
      <p:sp>
        <p:nvSpPr>
          <p:cNvPr id="130" name="Google Shape;130;p25"/>
          <p:cNvSpPr txBox="1"/>
          <p:nvPr>
            <p:ph idx="1" type="body"/>
          </p:nvPr>
        </p:nvSpPr>
        <p:spPr>
          <a:xfrm>
            <a:off x="311700" y="686250"/>
            <a:ext cx="8520600" cy="4186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Nearly </a:t>
            </a:r>
            <a:r>
              <a:rPr i="1" lang="en"/>
              <a:t>every</a:t>
            </a:r>
            <a:r>
              <a:rPr lang="en"/>
              <a:t> modern Christian because of bad translations and bad teachings believe the “messiah” of Daniel 9 has to be Jesus. But this is impossible.</a:t>
            </a:r>
            <a:endParaRPr/>
          </a:p>
          <a:p>
            <a:pPr indent="0" lvl="0" marL="0" rtl="0" algn="l">
              <a:spcBef>
                <a:spcPts val="1200"/>
              </a:spcBef>
              <a:spcAft>
                <a:spcPts val="0"/>
              </a:spcAft>
              <a:buNone/>
            </a:pPr>
            <a:r>
              <a:rPr lang="en"/>
              <a:t>[Dan 9:24 LSB] "Seventy weeks have been determined for your people and for your holy city, to finish the transgression, to make an end of sin, to make atonement for iniquity, to bring in everlasting righteousness, to </a:t>
            </a:r>
            <a:r>
              <a:rPr b="1" lang="en"/>
              <a:t>seal up vision and prophecy</a:t>
            </a:r>
            <a:r>
              <a:rPr lang="en"/>
              <a:t>, and to anoint [the] Holy of Holies.</a:t>
            </a:r>
            <a:endParaRPr/>
          </a:p>
          <a:p>
            <a:pPr indent="0" lvl="0" marL="0" rtl="0" algn="l">
              <a:spcBef>
                <a:spcPts val="1200"/>
              </a:spcBef>
              <a:spcAft>
                <a:spcPts val="0"/>
              </a:spcAft>
              <a:buNone/>
            </a:pPr>
            <a:r>
              <a:rPr lang="en"/>
              <a:t>Why were seventy weeks determined for Israel?</a:t>
            </a:r>
            <a:endParaRPr/>
          </a:p>
          <a:p>
            <a:pPr indent="0" lvl="0" marL="0" rtl="0" algn="l">
              <a:spcBef>
                <a:spcPts val="1200"/>
              </a:spcBef>
              <a:spcAft>
                <a:spcPts val="0"/>
              </a:spcAft>
              <a:buNone/>
            </a:pPr>
            <a:r>
              <a:rPr lang="en"/>
              <a:t>[Jer 25:12 LSB] 'Then it will be when</a:t>
            </a:r>
            <a:r>
              <a:rPr b="1" lang="en"/>
              <a:t> seventy years are fulfilled</a:t>
            </a:r>
            <a:r>
              <a:rPr lang="en"/>
              <a:t>, [that] I will punish the king of Babylon and that nation,' declares Yahweh, 'for their iniquity, even the land of the Chaldeans; and I will make it an everlasting desolation.</a:t>
            </a:r>
            <a:endParaRPr/>
          </a:p>
          <a:p>
            <a:pPr indent="0" lvl="0" marL="0" rtl="0" algn="l">
              <a:spcBef>
                <a:spcPts val="1200"/>
              </a:spcBef>
              <a:spcAft>
                <a:spcPts val="0"/>
              </a:spcAft>
              <a:buNone/>
            </a:pPr>
            <a:r>
              <a:rPr lang="en"/>
              <a:t>To punish Israel for her sins against YHWH. The “end of sin” was the end of their sins against YHWH. Not that it would be an end to ALL sin or the ability to sin. The more interesting thing is the end of this sentence. </a:t>
            </a:r>
            <a:endParaRPr/>
          </a:p>
          <a:p>
            <a:pPr indent="0" lvl="0" marL="0" rtl="0" algn="l">
              <a:spcBef>
                <a:spcPts val="1200"/>
              </a:spcBef>
              <a:spcAft>
                <a:spcPts val="1200"/>
              </a:spcAft>
              <a:buNone/>
            </a:pPr>
            <a:r>
              <a:rPr lang="en"/>
              <a:t>When Israel was restored after the seventy weeks, </a:t>
            </a:r>
            <a:r>
              <a:rPr b="1" lang="en"/>
              <a:t>YAH SEALED PROPHECY</a:t>
            </a:r>
            <a:r>
              <a:rPr lang="en"/>
              <a:t>. So we just need to CONFIRM this is the correct timeline.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 is this Messiah?</a:t>
            </a:r>
            <a:endParaRPr/>
          </a:p>
        </p:txBody>
      </p:sp>
      <p:sp>
        <p:nvSpPr>
          <p:cNvPr id="136" name="Google Shape;136;p26"/>
          <p:cNvSpPr txBox="1"/>
          <p:nvPr>
            <p:ph idx="1" type="body"/>
          </p:nvPr>
        </p:nvSpPr>
        <p:spPr>
          <a:xfrm>
            <a:off x="311700" y="679325"/>
            <a:ext cx="8520600" cy="4353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[Dan 9:25 LSB] "So you are to know and have insight [that] from the going out of a word to </a:t>
            </a:r>
            <a:r>
              <a:rPr b="1" lang="en"/>
              <a:t>restore and rebuild Jerusalem</a:t>
            </a:r>
            <a:r>
              <a:rPr lang="en"/>
              <a:t> until Messiah the Prince, [there will be] seven weeks and sixty-two weeks; it will be </a:t>
            </a:r>
            <a:r>
              <a:rPr b="1" lang="en"/>
              <a:t>RESTORED and REBUILT</a:t>
            </a:r>
            <a:r>
              <a:rPr lang="en"/>
              <a:t>, with plaza and moat, even in times of distress.</a:t>
            </a:r>
            <a:endParaRPr/>
          </a:p>
          <a:p>
            <a:pPr indent="0" lvl="0" marL="0" rtl="0" algn="l">
              <a:spcBef>
                <a:spcPts val="1200"/>
              </a:spcBef>
              <a:spcAft>
                <a:spcPts val="0"/>
              </a:spcAft>
              <a:buNone/>
            </a:pPr>
            <a:r>
              <a:rPr lang="en"/>
              <a:t>The key words here and ignored by every Messianic are RESTORE AND REBUILD JERUSALEM. This was Prophesied by Isaiah and Jeremiah, but Jeremiah wasn’t given the name. Isaiah did give us the name - but your Christian translators have hidden that is about Koresh or Cyrus.</a:t>
            </a:r>
            <a:endParaRPr/>
          </a:p>
          <a:p>
            <a:pPr indent="0" lvl="0" marL="0" rtl="0" algn="l">
              <a:spcBef>
                <a:spcPts val="1200"/>
              </a:spcBef>
              <a:spcAft>
                <a:spcPts val="0"/>
              </a:spcAft>
              <a:buNone/>
            </a:pPr>
            <a:r>
              <a:rPr lang="en"/>
              <a:t>[Isa 44:28 LSB] "[It is I] who says of Koresh, '[He is] My shepherd! And all My good pleasure he will complete.' And saying of Jerusalem, 'She will be built,' And of the temple, 'Your foundation will be laid.'" [Isa 45:1 LSB] Thus says Yahweh to Koresh His MESSIAH, Whom I have taken hold of by his right hand, To subdue nations before him And to loose the loins of kings, To open doors before him so that gates will not be shut:</a:t>
            </a:r>
            <a:endParaRPr/>
          </a:p>
          <a:p>
            <a:pPr indent="0" lvl="0" marL="0" rtl="0" algn="l">
              <a:spcBef>
                <a:spcPts val="1200"/>
              </a:spcBef>
              <a:spcAft>
                <a:spcPts val="1200"/>
              </a:spcAft>
              <a:buNone/>
            </a:pPr>
            <a:r>
              <a:rPr lang="en"/>
              <a:t>This is how we know that the suffering servant which is part of this same context is </a:t>
            </a:r>
            <a:r>
              <a:rPr i="1" lang="en"/>
              <a:t>NOT</a:t>
            </a:r>
            <a:r>
              <a:rPr lang="en"/>
              <a:t> the Messiah. Koresh is the Messiah in this context.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Christian lies perpetuate their mythology</a:t>
            </a:r>
            <a:endParaRPr/>
          </a:p>
        </p:txBody>
      </p:sp>
      <p:sp>
        <p:nvSpPr>
          <p:cNvPr id="142" name="Google Shape;142;p27"/>
          <p:cNvSpPr txBox="1"/>
          <p:nvPr>
            <p:ph idx="1" type="body"/>
          </p:nvPr>
        </p:nvSpPr>
        <p:spPr>
          <a:xfrm>
            <a:off x="311700" y="1152475"/>
            <a:ext cx="8520600" cy="3845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I’ve seen Christian lies claim that the Jews changed this passage in Daniel 9:24-27 to make it less about their idol Jesus/Yeshua. This is ridiculous as YHWH always uses two or three witness among his prophets, and if they changed that they would also have to change Jeremiah, Ezekiel, Zechariah, Isaiah, Haggai, 2 Chronicles, and Ezra. All of these fit together describing the same period of time. But as a Christian you don’t read a whole book or often a </a:t>
            </a:r>
            <a:r>
              <a:rPr lang="en"/>
              <a:t>whole</a:t>
            </a:r>
            <a:r>
              <a:rPr lang="en"/>
              <a:t> chapter, you read proof texts and believe they are about your idol.</a:t>
            </a:r>
            <a:endParaRPr/>
          </a:p>
          <a:p>
            <a:pPr indent="0" lvl="0" marL="0" rtl="0" algn="l">
              <a:spcBef>
                <a:spcPts val="1200"/>
              </a:spcBef>
              <a:spcAft>
                <a:spcPts val="0"/>
              </a:spcAft>
              <a:buNone/>
            </a:pPr>
            <a:r>
              <a:rPr lang="en"/>
              <a:t>[Zec 3:8 LSB] 'Now listen, </a:t>
            </a:r>
            <a:r>
              <a:rPr b="1" lang="en"/>
              <a:t>Yeshua the high priest</a:t>
            </a:r>
            <a:r>
              <a:rPr lang="en"/>
              <a:t>, you and your friends who are sitting in front of you--indeed they are men who are a wondrous sign, for behold, </a:t>
            </a:r>
            <a:r>
              <a:rPr b="1" lang="en"/>
              <a:t>I am going to bring in My servant the Branch</a:t>
            </a:r>
            <a:r>
              <a:rPr lang="en"/>
              <a:t>.</a:t>
            </a:r>
            <a:endParaRPr/>
          </a:p>
          <a:p>
            <a:pPr indent="0" lvl="0" marL="0" rtl="0" algn="l">
              <a:spcBef>
                <a:spcPts val="1200"/>
              </a:spcBef>
              <a:spcAft>
                <a:spcPts val="1200"/>
              </a:spcAft>
              <a:buNone/>
            </a:pPr>
            <a:r>
              <a:rPr lang="en"/>
              <a:t>Who is the branch? It can’t be </a:t>
            </a:r>
            <a:r>
              <a:rPr i="1" lang="en"/>
              <a:t>YESHUA</a:t>
            </a:r>
            <a:r>
              <a:rPr lang="en"/>
              <a:t> as he is the high priest and he’s telling </a:t>
            </a:r>
            <a:r>
              <a:rPr i="1" lang="en"/>
              <a:t>YESHUA</a:t>
            </a:r>
            <a:r>
              <a:rPr lang="en"/>
              <a:t> that he is going to bring forth his servant the branch. But we already </a:t>
            </a:r>
            <a:r>
              <a:rPr i="1" lang="en"/>
              <a:t>know</a:t>
            </a:r>
            <a:r>
              <a:rPr lang="en"/>
              <a:t> as good disciples of Yah’s word that the </a:t>
            </a:r>
            <a:r>
              <a:rPr b="1" lang="en"/>
              <a:t>BRANCH</a:t>
            </a:r>
            <a:r>
              <a:rPr lang="en"/>
              <a:t> in this era was </a:t>
            </a:r>
            <a:r>
              <a:rPr b="1" lang="en"/>
              <a:t>KORESH.</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Restoration of Jerusalem fulfilled</a:t>
            </a:r>
            <a:endParaRPr/>
          </a:p>
        </p:txBody>
      </p:sp>
      <p:sp>
        <p:nvSpPr>
          <p:cNvPr id="148" name="Google Shape;148;p28"/>
          <p:cNvSpPr txBox="1"/>
          <p:nvPr>
            <p:ph idx="1" type="body"/>
          </p:nvPr>
        </p:nvSpPr>
        <p:spPr>
          <a:xfrm>
            <a:off x="311700" y="1152475"/>
            <a:ext cx="8520600" cy="3859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[Ezr 1:1-5 LSB] Now in the first year of KORESH king of Persia--in order to complete the word of Yahweh from the mouth of Jeremiah--</a:t>
            </a:r>
            <a:r>
              <a:rPr b="1" lang="en"/>
              <a:t>Yahweh stirred up the spirit of Koresh king of Persia</a:t>
            </a:r>
            <a:r>
              <a:rPr lang="en"/>
              <a:t>, so that he had a proclamation pass throughout all his kingdom, and also [put it] in writing, saying: "Thus says Koresh king of Persia, 'Yahweh, the God of heaven, has given me all the kingdoms of the earth, and He has appointed me to build Him a house in Jerusalem, which is in Judah. 'Whoever there is among you of all His people, may his God be with him! Let him go up to Jerusalem which is in Judah and </a:t>
            </a:r>
            <a:r>
              <a:rPr b="1" lang="en"/>
              <a:t>rebuild the house of Yahweh</a:t>
            </a:r>
            <a:r>
              <a:rPr lang="en"/>
              <a:t>, the God of Israel; He is the God who is in Jerusalem. 'So everyone who remains, at whatever place he may sojourn, let the men of that place support him with silver and gold, with goods and cattle, together with a freewill offering for the house of God which is in Jerusalem.'" Then the heads of fathers' [households] of Judah and Benjamin and the priests and the Levites arose, [that is] of </a:t>
            </a:r>
            <a:r>
              <a:rPr b="1" lang="en"/>
              <a:t>everyone whose spirit God had stirred to go up to rebuild the house of Yahweh</a:t>
            </a:r>
            <a:r>
              <a:rPr lang="en"/>
              <a:t> which is in Jerusalem.</a:t>
            </a:r>
            <a:endParaRPr/>
          </a:p>
          <a:p>
            <a:pPr indent="0" lvl="0" marL="0" rtl="0" algn="l">
              <a:spcBef>
                <a:spcPts val="1200"/>
              </a:spcBef>
              <a:spcAft>
                <a:spcPts val="0"/>
              </a:spcAft>
              <a:buNone/>
            </a:pPr>
            <a:r>
              <a:rPr lang="en"/>
              <a:t>When Koresh issued this as Yah’s messiah he became the branch. He fulfilled what Daniel was talking about in Daniel 9:24. This is important as it places Daniel’s seventy weeks as happening hundreds of years before Jesus ever was born. It also tells us something else that crushes the NT idol.</a:t>
            </a:r>
            <a:endParaRPr/>
          </a:p>
          <a:p>
            <a:pPr indent="0" lvl="0" marL="0" rtl="0" algn="l">
              <a:spcBef>
                <a:spcPts val="1200"/>
              </a:spcBef>
              <a:spcAft>
                <a:spcPts val="1200"/>
              </a:spcAft>
              <a:buNone/>
            </a:pPr>
            <a:r>
              <a:rPr lang="en"/>
              <a:t>When Koresh </a:t>
            </a:r>
            <a:r>
              <a:rPr lang="en"/>
              <a:t>issued</a:t>
            </a:r>
            <a:r>
              <a:rPr lang="en"/>
              <a:t> the order to rebuild - </a:t>
            </a:r>
            <a:r>
              <a:rPr i="1" lang="en"/>
              <a:t>prophecy was sealed.</a:t>
            </a:r>
            <a:r>
              <a:rPr lang="en"/>
              <a:t> There is an important second witness to this event happening.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was Yeshua/Yehuda or Jesus pierced?</a:t>
            </a:r>
            <a:endParaRPr/>
          </a:p>
        </p:txBody>
      </p:sp>
      <p:sp>
        <p:nvSpPr>
          <p:cNvPr id="154" name="Google Shape;154;p29"/>
          <p:cNvSpPr txBox="1"/>
          <p:nvPr>
            <p:ph idx="1" type="body"/>
          </p:nvPr>
        </p:nvSpPr>
        <p:spPr>
          <a:xfrm>
            <a:off x="311700" y="636725"/>
            <a:ext cx="8520600" cy="43197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n"/>
              <a:t>[Zec 13:1-3 LSB] "In that day a fountain will be opened for the house of David and for the inhabitants of Jerusalem, for sin and for impurity. "And it will be in that day," declares Yahweh of hosts, "[that] I will cut off the names of the idols from the land, and they will no longer be remembered; and I will also cause the prophets and the unclean spirit to pass away from the land. "And it will be that </a:t>
            </a:r>
            <a:r>
              <a:rPr b="1" lang="en"/>
              <a:t>if anyone still prophesies, then his father and mother who gave birth to him will say to him, 'You shall not live, for you have spoken falsely in the name of Yahweh'</a:t>
            </a:r>
            <a:r>
              <a:rPr lang="en"/>
              <a:t>; and his father and mother who gave birth to him </a:t>
            </a:r>
            <a:r>
              <a:rPr b="1" lang="en"/>
              <a:t>will </a:t>
            </a:r>
            <a:r>
              <a:rPr b="1" lang="en" u="sng"/>
              <a:t>pierce</a:t>
            </a:r>
            <a:r>
              <a:rPr b="1" lang="en"/>
              <a:t> him through when he prophesies</a:t>
            </a:r>
            <a:r>
              <a:rPr lang="en"/>
              <a:t>.</a:t>
            </a:r>
            <a:endParaRPr/>
          </a:p>
          <a:p>
            <a:pPr indent="0" lvl="0" marL="0" rtl="0" algn="l">
              <a:spcBef>
                <a:spcPts val="1200"/>
              </a:spcBef>
              <a:spcAft>
                <a:spcPts val="0"/>
              </a:spcAft>
              <a:buNone/>
            </a:pPr>
            <a:r>
              <a:rPr lang="en"/>
              <a:t>It’s interesting that John doesn’t point to this which is the clearest prophecy of a man being pierced in the Prophets. Instead he tries pointing us a little bit earlier about </a:t>
            </a:r>
            <a:r>
              <a:rPr b="1" lang="en"/>
              <a:t>Jerusalem being pierced by its enemies</a:t>
            </a:r>
            <a:r>
              <a:rPr lang="en"/>
              <a:t>, then the enemies of Jerusalem looking upon her.</a:t>
            </a:r>
            <a:endParaRPr/>
          </a:p>
          <a:p>
            <a:pPr indent="0" lvl="0" marL="0" rtl="0" algn="l">
              <a:spcBef>
                <a:spcPts val="1200"/>
              </a:spcBef>
              <a:spcAft>
                <a:spcPts val="0"/>
              </a:spcAft>
              <a:buNone/>
            </a:pPr>
            <a:r>
              <a:rPr lang="en"/>
              <a:t>After YHWH restored Jerusalem he </a:t>
            </a:r>
            <a:r>
              <a:rPr i="1" lang="en"/>
              <a:t>ended</a:t>
            </a:r>
            <a:r>
              <a:rPr lang="en"/>
              <a:t> prophecy. This is also what Daniel is telling us but Christianity has blinded men to only see all of scripture about their idol.</a:t>
            </a:r>
            <a:endParaRPr/>
          </a:p>
          <a:p>
            <a:pPr indent="0" lvl="0" marL="0" rtl="0" algn="l">
              <a:spcBef>
                <a:spcPts val="1200"/>
              </a:spcBef>
              <a:spcAft>
                <a:spcPts val="0"/>
              </a:spcAft>
              <a:buNone/>
            </a:pPr>
            <a:r>
              <a:rPr lang="en"/>
              <a:t>ALL OF ZECHARIAH is about the fulfillment of the seventy weeks of exile and restoration of Israel. “Yeshua” in Zechariah, is Yeshua the high priest the son of Yehozadak. It even explicitly says that and Messianics _STILL_ try to make it about the NT Yeshua.</a:t>
            </a:r>
            <a:endParaRPr/>
          </a:p>
          <a:p>
            <a:pPr indent="0" lvl="0" marL="0" rtl="0" algn="l">
              <a:spcBef>
                <a:spcPts val="1200"/>
              </a:spcBef>
              <a:spcAft>
                <a:spcPts val="0"/>
              </a:spcAft>
              <a:buNone/>
            </a:pPr>
            <a:r>
              <a:rPr lang="en"/>
              <a:t>The entire servant song from Isaiah 40 to about 58 are also about this period of time. </a:t>
            </a:r>
            <a:r>
              <a:rPr lang="en"/>
              <a:t>Isaiah</a:t>
            </a:r>
            <a:r>
              <a:rPr lang="en"/>
              <a:t> 53 is about the suffering Israel (The people, the Prophets and the land) will face for their iniquity. In Ezekiel 4, Ezekiel uses the same language that we see in Isaiah 53. That he </a:t>
            </a:r>
            <a:r>
              <a:rPr i="1" lang="en"/>
              <a:t>bore their iniquity.</a:t>
            </a:r>
            <a:r>
              <a:rPr lang="en"/>
              <a:t> In Jeremiah 11 verse 19, Jeremiah tells us that he was led to the slaughter like an innocent lamb. That he was </a:t>
            </a:r>
            <a:r>
              <a:rPr i="1" lang="en"/>
              <a:t>cut off from the land of the living</a:t>
            </a:r>
            <a:r>
              <a:rPr lang="en"/>
              <a:t>. This also directly mirrors language in Isaiah 53. If you read the Prophets it’s clear who Isaiah 53 is talking about. But most of you only read your NT and proof text the Torah and the Prophets. You don’t know that to “bear the iniquity of Israel” (or the world) the Prophet Jesus would have had to suffer a day for every year of their sin. This means if he was “bearing the iniquity of the world” as the NT teaches he would have to suffer for 4000 days.</a:t>
            </a:r>
            <a:endParaRPr/>
          </a:p>
          <a:p>
            <a:pPr indent="0" lvl="0" marL="0" rtl="0" algn="l">
              <a:spcBef>
                <a:spcPts val="1200"/>
              </a:spcBef>
              <a:spcAft>
                <a:spcPts val="1200"/>
              </a:spcAft>
              <a:buNone/>
            </a:pPr>
            <a:r>
              <a:rPr lang="en"/>
              <a:t>But clearly he didn’t suffer for that long. He suffered at most for 6 hours, the important note here and we go back to theme of this message is that Jesus </a:t>
            </a:r>
            <a:r>
              <a:rPr i="1" lang="en"/>
              <a:t>died</a:t>
            </a:r>
            <a:r>
              <a:rPr lang="en"/>
              <a:t> and </a:t>
            </a:r>
            <a:r>
              <a:rPr b="1" lang="en"/>
              <a:t>the suffering servant DOES NOT DIE</a:t>
            </a:r>
            <a:r>
              <a:rPr lang="en"/>
              <a:t>. Ezekiel bore the iniquity of Israel but DID NOT DIE. Jeremiah bore the iniquity of Israel as the innocent and silent lamb, BUT DID NOT DIE.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YHWH brings affliction but not death</a:t>
            </a:r>
            <a:endParaRPr/>
          </a:p>
        </p:txBody>
      </p:sp>
      <p:sp>
        <p:nvSpPr>
          <p:cNvPr id="160" name="Google Shape;160;p30"/>
          <p:cNvSpPr txBox="1"/>
          <p:nvPr>
            <p:ph idx="1" type="body"/>
          </p:nvPr>
        </p:nvSpPr>
        <p:spPr>
          <a:xfrm>
            <a:off x="311700" y="636725"/>
            <a:ext cx="8520600" cy="4402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Christians never can clearly answer this verse of Isaiah 53.</a:t>
            </a:r>
            <a:endParaRPr/>
          </a:p>
          <a:p>
            <a:pPr indent="0" lvl="0" marL="0" rtl="0" algn="l">
              <a:spcBef>
                <a:spcPts val="1200"/>
              </a:spcBef>
              <a:spcAft>
                <a:spcPts val="0"/>
              </a:spcAft>
              <a:buNone/>
            </a:pPr>
            <a:r>
              <a:rPr lang="en"/>
              <a:t>[Isa 53:10 LSB] But Yahweh was pleased To crush Him, putting [Him] to grief; If You would place His soul [as] a guilt offering, </a:t>
            </a:r>
            <a:r>
              <a:rPr b="1" lang="en"/>
              <a:t>He will see [His] seed, He will prolong [His] days, And the good pleasure of Yahweh will succeed in His hand.</a:t>
            </a:r>
            <a:endParaRPr b="1"/>
          </a:p>
          <a:p>
            <a:pPr indent="0" lvl="0" marL="0" rtl="0" algn="l">
              <a:spcBef>
                <a:spcPts val="1200"/>
              </a:spcBef>
              <a:spcAft>
                <a:spcPts val="0"/>
              </a:spcAft>
              <a:buNone/>
            </a:pPr>
            <a:r>
              <a:rPr b="1" lang="en"/>
              <a:t>Jesus did not see his seed.</a:t>
            </a:r>
            <a:endParaRPr b="1"/>
          </a:p>
          <a:p>
            <a:pPr indent="0" lvl="0" marL="0" rtl="0" algn="l">
              <a:spcBef>
                <a:spcPts val="1200"/>
              </a:spcBef>
              <a:spcAft>
                <a:spcPts val="0"/>
              </a:spcAft>
              <a:buNone/>
            </a:pPr>
            <a:r>
              <a:rPr b="1" lang="en"/>
              <a:t>Jesus did not have his days prolonged.</a:t>
            </a:r>
            <a:endParaRPr b="1"/>
          </a:p>
          <a:p>
            <a:pPr indent="0" lvl="0" marL="0" rtl="0" algn="l">
              <a:spcBef>
                <a:spcPts val="1200"/>
              </a:spcBef>
              <a:spcAft>
                <a:spcPts val="1200"/>
              </a:spcAft>
              <a:buNone/>
            </a:pPr>
            <a:r>
              <a:rPr lang="en"/>
              <a:t>That is not about resurrection, YHWH </a:t>
            </a:r>
            <a:r>
              <a:rPr lang="en"/>
              <a:t>delivers FROM death not to it. The resurrection is a real thing, it’s in the Torah and the Prophets - but Isaiah 53 is </a:t>
            </a:r>
            <a:r>
              <a:rPr b="1" lang="en"/>
              <a:t>NOT</a:t>
            </a:r>
            <a:r>
              <a:rPr lang="en"/>
              <a:t> about resurrection. It doesn’t say anything about their suffering Messiah dying for three days and being risen, this is why they have to pick other passages out of context to support this myth. The more powerful evidence against the afflicted servant being Jesus is in Chapter 54 of which they also never read. They worship a God that brings death, and gaslight you for denying that death is the answer to live.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Oh afflicted servant, you shall live not die</a:t>
            </a:r>
            <a:endParaRPr/>
          </a:p>
        </p:txBody>
      </p:sp>
      <p:sp>
        <p:nvSpPr>
          <p:cNvPr id="166" name="Google Shape;166;p31"/>
          <p:cNvSpPr txBox="1"/>
          <p:nvPr>
            <p:ph idx="1" type="body"/>
          </p:nvPr>
        </p:nvSpPr>
        <p:spPr>
          <a:xfrm>
            <a:off x="311700" y="1152475"/>
            <a:ext cx="8520600" cy="3859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[Isa 54:4-5 LSB] "Do not be afraid, for you will not be put to shame; And do not feel dishonored, for you will not be humiliated; But you will forget the shame of your virginity, And the reproach of your widowhood you will remember no more. "For </a:t>
            </a:r>
            <a:r>
              <a:rPr b="1" lang="en"/>
              <a:t>your husband is your Maker</a:t>
            </a:r>
            <a:r>
              <a:rPr lang="en"/>
              <a:t>, Whose name is Yahweh of hosts; And your Redeemer is the Holy One of Israel, Who is called the God of all the earth.</a:t>
            </a:r>
            <a:endParaRPr/>
          </a:p>
          <a:p>
            <a:pPr indent="0" lvl="0" marL="0" rtl="0" algn="l">
              <a:spcBef>
                <a:spcPts val="1200"/>
              </a:spcBef>
              <a:spcAft>
                <a:spcPts val="1200"/>
              </a:spcAft>
              <a:buNone/>
            </a:pPr>
            <a:r>
              <a:rPr lang="en"/>
              <a:t>I think this is part of why Christians don’t want you to continue reading through Chapter 54 as it makes Jesus the bride of the creator. This certainly complicates the NT theology which has Jesus as the bridegroom of Israel. This means that the Son is marrying the Father’s wife. Which is a sin according to Torah. But obviously, Jesus is not the context of the afflicted servant as it’s telling you here, He will not wipe her out. He will not destroy her, and in fact promised to </a:t>
            </a:r>
            <a:r>
              <a:rPr i="1" lang="en"/>
              <a:t>restore</a:t>
            </a:r>
            <a:r>
              <a:rPr lang="en"/>
              <a:t> her. You see this context also proves the servant is the land. Hebraic thinking </a:t>
            </a:r>
            <a:r>
              <a:rPr lang="en"/>
              <a:t>anthropomorphizes</a:t>
            </a:r>
            <a:r>
              <a:rPr lang="en"/>
              <a:t> cities and lands as people. Repeatedly in the annals of Joshua it says he “took the edge of the sword” to such and such city. If you stop and think what does this mean? It means Joshua </a:t>
            </a:r>
            <a:r>
              <a:rPr b="1" lang="en"/>
              <a:t>pierced</a:t>
            </a:r>
            <a:r>
              <a:rPr lang="en"/>
              <a:t> </a:t>
            </a:r>
            <a:r>
              <a:rPr lang="en"/>
              <a:t>the</a:t>
            </a:r>
            <a:r>
              <a:rPr lang="en"/>
              <a:t> city with his sword. This is the same thing YHWH allowed to happen to Jerusalem </a:t>
            </a:r>
            <a:r>
              <a:rPr lang="en"/>
              <a:t>because</a:t>
            </a:r>
            <a:r>
              <a:rPr lang="en"/>
              <a:t> of the sins of his son Israel.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Pierced for their sin</a:t>
            </a:r>
            <a:endParaRPr/>
          </a:p>
        </p:txBody>
      </p:sp>
      <p:sp>
        <p:nvSpPr>
          <p:cNvPr id="172" name="Google Shape;172;p32"/>
          <p:cNvSpPr txBox="1"/>
          <p:nvPr>
            <p:ph idx="1" type="body"/>
          </p:nvPr>
        </p:nvSpPr>
        <p:spPr>
          <a:xfrm>
            <a:off x="311700" y="1152475"/>
            <a:ext cx="8520600" cy="38178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
              <a:t>[2Ch 36:17-21 LSB] Therefore He brought up against them the king of the Chaldeans who killed their choice men with the sword in the house of their sanctuary, and had no compassion on choice man or virgin, old man or infirm; He gave [them] all into his hand. And all the articles of the house of God, great and small, and the treasures of the house of Yahweh, and the treasures of the king and of his officials, he brought [them] all to Babylon. Then they burned the house of God and tore down the wall of Jerusalem, and burned all its palaces with fire and destroyed all its valuable articles. And those who had escaped from the sword he took away into exile to Babylon; and they were slaves to him and to his sons until the rule of the kingdom of Persia, to fulfill the word of Yahweh by the mouth of Jeremiah, until the land had made up for its sabbaths. All the days of its desolation it kept sabbath until seventy years were fulfilled.</a:t>
            </a:r>
            <a:endParaRPr/>
          </a:p>
          <a:p>
            <a:pPr indent="0" lvl="0" marL="0" rtl="0" algn="l">
              <a:spcBef>
                <a:spcPts val="1200"/>
              </a:spcBef>
              <a:spcAft>
                <a:spcPts val="1200"/>
              </a:spcAft>
              <a:buNone/>
            </a:pPr>
            <a:r>
              <a:rPr lang="en"/>
              <a:t>Jerusalem was pierced with the edge of the sword for the sins of the children who lived their. It like the Prophets, bore their iniquity for seventy years until (as Daniel says) there was an end to this sin. This is the context, it is about the Babylonian exile and not about a future event. Prophecy was sealed until the last day and no, we aren’t in the last day. My next study will reveal why the eschatology of the NT proves they are all under the curse for falsely </a:t>
            </a:r>
            <a:r>
              <a:rPr lang="en"/>
              <a:t>prophesying</a:t>
            </a:r>
            <a:r>
              <a:rPr lang="en"/>
              <a:t> of </a:t>
            </a:r>
            <a:r>
              <a:rPr b="1" lang="en" u="sng"/>
              <a:t>imminent</a:t>
            </a:r>
            <a:r>
              <a:rPr lang="en"/>
              <a:t> destruction.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Choose life not death</a:t>
            </a:r>
            <a:endParaRPr/>
          </a:p>
        </p:txBody>
      </p:sp>
      <p:sp>
        <p:nvSpPr>
          <p:cNvPr id="178" name="Google Shape;178;p33"/>
          <p:cNvSpPr txBox="1"/>
          <p:nvPr>
            <p:ph idx="1" type="body"/>
          </p:nvPr>
        </p:nvSpPr>
        <p:spPr>
          <a:xfrm>
            <a:off x="311700" y="636725"/>
            <a:ext cx="8520600" cy="44373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[Rev 20:4 LSB] Then I saw thrones, and they sat on them, and judgment was given to them. And I [saw] the </a:t>
            </a:r>
            <a:r>
              <a:rPr b="1" lang="en"/>
              <a:t>souls of those who had been beheaded because of their witness of Jesus</a:t>
            </a:r>
            <a:r>
              <a:rPr lang="en"/>
              <a:t> and because of the word of God, and who also had not worshiped the beast or his image, and had not received the mark on their forehead and on their hand. And they came to life and reigned with Christ for a thousand years.</a:t>
            </a:r>
            <a:endParaRPr/>
          </a:p>
          <a:p>
            <a:pPr indent="0" lvl="0" marL="0" rtl="0" algn="l">
              <a:spcBef>
                <a:spcPts val="1200"/>
              </a:spcBef>
              <a:spcAft>
                <a:spcPts val="0"/>
              </a:spcAft>
              <a:buNone/>
            </a:pPr>
            <a:r>
              <a:rPr lang="en"/>
              <a:t>Now we’ve already thoroughly discussed this above - why would you be “beheaded” for your witness of Jesus? Because you have chosen a lie over the </a:t>
            </a:r>
            <a:r>
              <a:rPr lang="en"/>
              <a:t>truth</a:t>
            </a:r>
            <a:r>
              <a:rPr lang="en"/>
              <a:t> and life of Torah. Torah itself testifies of this.</a:t>
            </a:r>
            <a:endParaRPr/>
          </a:p>
          <a:p>
            <a:pPr indent="0" lvl="0" marL="0" rtl="0" algn="l">
              <a:spcBef>
                <a:spcPts val="1200"/>
              </a:spcBef>
              <a:spcAft>
                <a:spcPts val="0"/>
              </a:spcAft>
              <a:buNone/>
            </a:pPr>
            <a:r>
              <a:rPr lang="en"/>
              <a:t>[Deu 30:15-18 LSB] "See, </a:t>
            </a:r>
            <a:r>
              <a:rPr b="1" lang="en"/>
              <a:t>I have set before you today life and prosperity, and death and calamity</a:t>
            </a:r>
            <a:r>
              <a:rPr lang="en"/>
              <a:t>; in that I am commanding you today to love Yahweh your God, to walk in His ways, and to keep His commandments and His statutes and His judgments, that you may live and multiply, and that Yahweh your God may bless you in the land where you are entering to possess it. "But if your heart turns away and you will not listen, but are drawn away and worship other gods and serve them, I declare to you today that you shall surely perish. You will not prolong [your] days in the land where you are crossing the Jordan to enter and possess it.</a:t>
            </a:r>
            <a:endParaRPr/>
          </a:p>
          <a:p>
            <a:pPr indent="0" lvl="0" marL="0" rtl="0" algn="l">
              <a:spcBef>
                <a:spcPts val="1200"/>
              </a:spcBef>
              <a:spcAft>
                <a:spcPts val="1200"/>
              </a:spcAft>
              <a:buNone/>
            </a:pPr>
            <a:r>
              <a:rPr lang="en"/>
              <a:t>Who will die according to YHWH? Those who are drawn away to worship other gods and serve them. That’s why you will be beheaded for your testimony of Jesus.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